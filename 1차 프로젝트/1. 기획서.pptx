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8" r:id="rId4"/>
    <p:sldId id="267" r:id="rId5"/>
  </p:sldIdLst>
  <p:sldSz cx="24384000" cy="13716000"/>
  <p:notesSz cx="6858000" cy="9144000"/>
  <p:embeddedFontLst>
    <p:embeddedFont>
      <p:font typeface="Pretendard Regular" panose="020B0600000101010101" charset="-127"/>
      <p:regular r:id="rId7"/>
    </p:embeddedFont>
    <p:embeddedFont>
      <p:font typeface="Pretendard SemiBold" panose="020B0600000101010101" charset="-127"/>
      <p:bold r:id="rId8"/>
    </p:embeddedFont>
    <p:embeddedFont>
      <p:font typeface="맑은 고딕" panose="020B0503020000020004" pitchFamily="50" charset="-127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7036"/>
    <a:srgbClr val="3D4043"/>
    <a:srgbClr val="215968"/>
    <a:srgbClr val="95B3D7"/>
    <a:srgbClr val="DCE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0233D8-4AC1-4092-8644-34C901D3D05E}" v="42" dt="2026-03-16T01:21:13.0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3" autoAdjust="0"/>
    <p:restoredTop sz="94633" autoAdjust="0"/>
  </p:normalViewPr>
  <p:slideViewPr>
    <p:cSldViewPr>
      <p:cViewPr varScale="1">
        <p:scale>
          <a:sx n="35" d="100"/>
          <a:sy n="35" d="100"/>
        </p:scale>
        <p:origin x="1234" y="25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효은 박" userId="ed5e51d8096ab67a" providerId="LiveId" clId="{FFCE466D-6BAE-4B6C-BC9C-9C2B75D8EC46}"/>
    <pc:docChg chg="undo redo custSel addSld delSld modSld sldOrd">
      <pc:chgData name="효은 박" userId="ed5e51d8096ab67a" providerId="LiveId" clId="{FFCE466D-6BAE-4B6C-BC9C-9C2B75D8EC46}" dt="2026-03-16T01:25:22.939" v="423" actId="1076"/>
      <pc:docMkLst>
        <pc:docMk/>
      </pc:docMkLst>
      <pc:sldChg chg="addSp delSp modSp add del mod ord setBg">
        <pc:chgData name="효은 박" userId="ed5e51d8096ab67a" providerId="LiveId" clId="{FFCE466D-6BAE-4B6C-BC9C-9C2B75D8EC46}" dt="2026-03-15T17:40:14.125" v="331" actId="113"/>
        <pc:sldMkLst>
          <pc:docMk/>
          <pc:sldMk cId="0" sldId="256"/>
        </pc:sldMkLst>
        <pc:spChg chg="mod">
          <ac:chgData name="효은 박" userId="ed5e51d8096ab67a" providerId="LiveId" clId="{FFCE466D-6BAE-4B6C-BC9C-9C2B75D8EC46}" dt="2026-03-15T15:34:30.209" v="152" actId="1076"/>
          <ac:spMkLst>
            <pc:docMk/>
            <pc:sldMk cId="0" sldId="256"/>
            <ac:spMk id="2" creationId="{EC5664F4-4B2A-F177-7350-A8D07AB5A2CD}"/>
          </ac:spMkLst>
        </pc:spChg>
        <pc:spChg chg="add mod">
          <ac:chgData name="효은 박" userId="ed5e51d8096ab67a" providerId="LiveId" clId="{FFCE466D-6BAE-4B6C-BC9C-9C2B75D8EC46}" dt="2026-03-15T17:38:52.317" v="306"/>
          <ac:spMkLst>
            <pc:docMk/>
            <pc:sldMk cId="0" sldId="256"/>
            <ac:spMk id="3" creationId="{5267AA79-3DE1-F92C-2596-C6F84FD98C20}"/>
          </ac:spMkLst>
        </pc:spChg>
        <pc:spChg chg="add mod">
          <ac:chgData name="효은 박" userId="ed5e51d8096ab67a" providerId="LiveId" clId="{FFCE466D-6BAE-4B6C-BC9C-9C2B75D8EC46}" dt="2026-03-15T17:39:05.993" v="307"/>
          <ac:spMkLst>
            <pc:docMk/>
            <pc:sldMk cId="0" sldId="256"/>
            <ac:spMk id="4" creationId="{8766ADF6-71FD-9D2C-4134-63FF6E632E25}"/>
          </ac:spMkLst>
        </pc:spChg>
        <pc:spChg chg="mod">
          <ac:chgData name="효은 박" userId="ed5e51d8096ab67a" providerId="LiveId" clId="{FFCE466D-6BAE-4B6C-BC9C-9C2B75D8EC46}" dt="2026-03-15T17:40:14.125" v="331" actId="113"/>
          <ac:spMkLst>
            <pc:docMk/>
            <pc:sldMk cId="0" sldId="256"/>
            <ac:spMk id="6" creationId="{19B0E9F0-5957-E074-93C7-292056AA1E7B}"/>
          </ac:spMkLst>
        </pc:spChg>
        <pc:spChg chg="del mod">
          <ac:chgData name="효은 박" userId="ed5e51d8096ab67a" providerId="LiveId" clId="{FFCE466D-6BAE-4B6C-BC9C-9C2B75D8EC46}" dt="2026-03-15T17:38:51.318" v="305" actId="478"/>
          <ac:spMkLst>
            <pc:docMk/>
            <pc:sldMk cId="0" sldId="256"/>
            <ac:spMk id="9" creationId="{00000000-0000-0000-0000-000000000000}"/>
          </ac:spMkLst>
        </pc:spChg>
        <pc:grpChg chg="add mod">
          <ac:chgData name="효은 박" userId="ed5e51d8096ab67a" providerId="LiveId" clId="{FFCE466D-6BAE-4B6C-BC9C-9C2B75D8EC46}" dt="2026-03-15T17:39:13.951" v="308"/>
          <ac:grpSpMkLst>
            <pc:docMk/>
            <pc:sldMk cId="0" sldId="256"/>
            <ac:grpSpMk id="5" creationId="{2D54F08A-BF0A-1356-59FC-44A54E085986}"/>
          </ac:grpSpMkLst>
        </pc:grpChg>
        <pc:picChg chg="mod">
          <ac:chgData name="효은 박" userId="ed5e51d8096ab67a" providerId="LiveId" clId="{FFCE466D-6BAE-4B6C-BC9C-9C2B75D8EC46}" dt="2026-03-15T17:39:13.951" v="308"/>
          <ac:picMkLst>
            <pc:docMk/>
            <pc:sldMk cId="0" sldId="256"/>
            <ac:picMk id="7" creationId="{7AABB88E-3D2B-0D4D-2010-5D7407E70C0D}"/>
          </ac:picMkLst>
        </pc:picChg>
      </pc:sldChg>
      <pc:sldChg chg="addSp modSp mod">
        <pc:chgData name="효은 박" userId="ed5e51d8096ab67a" providerId="LiveId" clId="{FFCE466D-6BAE-4B6C-BC9C-9C2B75D8EC46}" dt="2026-03-15T17:42:45.997" v="352" actId="14100"/>
        <pc:sldMkLst>
          <pc:docMk/>
          <pc:sldMk cId="1330003749" sldId="266"/>
        </pc:sldMkLst>
        <pc:spChg chg="add mod">
          <ac:chgData name="효은 박" userId="ed5e51d8096ab67a" providerId="LiveId" clId="{FFCE466D-6BAE-4B6C-BC9C-9C2B75D8EC46}" dt="2026-03-15T17:42:41.196" v="351" actId="164"/>
          <ac:spMkLst>
            <pc:docMk/>
            <pc:sldMk cId="1330003749" sldId="266"/>
            <ac:spMk id="5" creationId="{91F23DC0-98A2-ECD2-D1F4-DDEE3B91343B}"/>
          </ac:spMkLst>
        </pc:spChg>
        <pc:spChg chg="mod">
          <ac:chgData name="효은 박" userId="ed5e51d8096ab67a" providerId="LiveId" clId="{FFCE466D-6BAE-4B6C-BC9C-9C2B75D8EC46}" dt="2026-03-13T08:15:47.797" v="102" actId="255"/>
          <ac:spMkLst>
            <pc:docMk/>
            <pc:sldMk cId="1330003749" sldId="266"/>
            <ac:spMk id="64" creationId="{A4EDA43C-AB78-6A44-3D53-790E50AE9C7E}"/>
          </ac:spMkLst>
        </pc:spChg>
        <pc:grpChg chg="add mod">
          <ac:chgData name="효은 박" userId="ed5e51d8096ab67a" providerId="LiveId" clId="{FFCE466D-6BAE-4B6C-BC9C-9C2B75D8EC46}" dt="2026-03-15T17:42:45.997" v="352" actId="14100"/>
          <ac:grpSpMkLst>
            <pc:docMk/>
            <pc:sldMk cId="1330003749" sldId="266"/>
            <ac:grpSpMk id="8" creationId="{5E5592C3-43DE-B3E1-1F61-6B783FB5052B}"/>
          </ac:grpSpMkLst>
        </pc:grpChg>
        <pc:picChg chg="add mod">
          <ac:chgData name="효은 박" userId="ed5e51d8096ab67a" providerId="LiveId" clId="{FFCE466D-6BAE-4B6C-BC9C-9C2B75D8EC46}" dt="2026-03-15T17:42:41.196" v="351" actId="164"/>
          <ac:picMkLst>
            <pc:docMk/>
            <pc:sldMk cId="1330003749" sldId="266"/>
            <ac:picMk id="2" creationId="{CF4B44BA-B9EA-D9F4-45E0-C90277829A10}"/>
          </ac:picMkLst>
        </pc:picChg>
        <pc:picChg chg="mod">
          <ac:chgData name="효은 박" userId="ed5e51d8096ab67a" providerId="LiveId" clId="{FFCE466D-6BAE-4B6C-BC9C-9C2B75D8EC46}" dt="2026-03-13T08:13:18.634" v="91" actId="14100"/>
          <ac:picMkLst>
            <pc:docMk/>
            <pc:sldMk cId="1330003749" sldId="266"/>
            <ac:picMk id="6" creationId="{B512325A-BD85-B137-AC29-91A5D8777528}"/>
          </ac:picMkLst>
        </pc:picChg>
      </pc:sldChg>
      <pc:sldChg chg="addSp delSp modSp mod">
        <pc:chgData name="효은 박" userId="ed5e51d8096ab67a" providerId="LiveId" clId="{FFCE466D-6BAE-4B6C-BC9C-9C2B75D8EC46}" dt="2026-03-16T01:25:22.939" v="423" actId="1076"/>
        <pc:sldMkLst>
          <pc:docMk/>
          <pc:sldMk cId="2089540126" sldId="267"/>
        </pc:sldMkLst>
        <pc:spChg chg="add mod">
          <ac:chgData name="효은 박" userId="ed5e51d8096ab67a" providerId="LiveId" clId="{FFCE466D-6BAE-4B6C-BC9C-9C2B75D8EC46}" dt="2026-03-15T15:33:10.142" v="133"/>
          <ac:spMkLst>
            <pc:docMk/>
            <pc:sldMk cId="2089540126" sldId="267"/>
            <ac:spMk id="4" creationId="{52DCA3A1-C792-68F6-82F9-6EA58B82E8BD}"/>
          </ac:spMkLst>
        </pc:spChg>
        <pc:spChg chg="mod">
          <ac:chgData name="효은 박" userId="ed5e51d8096ab67a" providerId="LiveId" clId="{FFCE466D-6BAE-4B6C-BC9C-9C2B75D8EC46}" dt="2026-03-15T17:33:21.912" v="304" actId="1076"/>
          <ac:spMkLst>
            <pc:docMk/>
            <pc:sldMk cId="2089540126" sldId="267"/>
            <ac:spMk id="5" creationId="{913848ED-94B5-B10B-DA26-CBB22B951247}"/>
          </ac:spMkLst>
        </pc:spChg>
        <pc:spChg chg="mod">
          <ac:chgData name="효은 박" userId="ed5e51d8096ab67a" providerId="LiveId" clId="{FFCE466D-6BAE-4B6C-BC9C-9C2B75D8EC46}" dt="2026-03-16T01:20:16.658" v="395" actId="13926"/>
          <ac:spMkLst>
            <pc:docMk/>
            <pc:sldMk cId="2089540126" sldId="267"/>
            <ac:spMk id="6" creationId="{E339801A-C1C1-AA88-3B6A-3826E315C19F}"/>
          </ac:spMkLst>
        </pc:spChg>
        <pc:spChg chg="mod">
          <ac:chgData name="효은 박" userId="ed5e51d8096ab67a" providerId="LiveId" clId="{FFCE466D-6BAE-4B6C-BC9C-9C2B75D8EC46}" dt="2026-03-16T01:25:22.939" v="423" actId="1076"/>
          <ac:spMkLst>
            <pc:docMk/>
            <pc:sldMk cId="2089540126" sldId="267"/>
            <ac:spMk id="10" creationId="{484A7BF6-DC46-018E-0779-D270A40A24B4}"/>
          </ac:spMkLst>
        </pc:spChg>
        <pc:spChg chg="mod">
          <ac:chgData name="효은 박" userId="ed5e51d8096ab67a" providerId="LiveId" clId="{FFCE466D-6BAE-4B6C-BC9C-9C2B75D8EC46}" dt="2026-03-16T01:20:19.766" v="396" actId="13926"/>
          <ac:spMkLst>
            <pc:docMk/>
            <pc:sldMk cId="2089540126" sldId="267"/>
            <ac:spMk id="11" creationId="{0C2AE8DB-9D23-8F33-6E21-57BA9017F19A}"/>
          </ac:spMkLst>
        </pc:spChg>
        <pc:spChg chg="mod">
          <ac:chgData name="효은 박" userId="ed5e51d8096ab67a" providerId="LiveId" clId="{FFCE466D-6BAE-4B6C-BC9C-9C2B75D8EC46}" dt="2026-03-15T17:42:50.726" v="354"/>
          <ac:spMkLst>
            <pc:docMk/>
            <pc:sldMk cId="2089540126" sldId="267"/>
            <ac:spMk id="19" creationId="{F9C14D81-A39C-A545-55D4-00A16340810B}"/>
          </ac:spMkLst>
        </pc:spChg>
        <pc:grpChg chg="add mod">
          <ac:chgData name="효은 박" userId="ed5e51d8096ab67a" providerId="LiveId" clId="{FFCE466D-6BAE-4B6C-BC9C-9C2B75D8EC46}" dt="2026-03-15T17:42:50.726" v="354"/>
          <ac:grpSpMkLst>
            <pc:docMk/>
            <pc:sldMk cId="2089540126" sldId="267"/>
            <ac:grpSpMk id="4" creationId="{026FB462-C29D-DA75-4958-84D9EF586F5F}"/>
          </ac:grpSpMkLst>
        </pc:grpChg>
        <pc:grpChg chg="mod">
          <ac:chgData name="효은 박" userId="ed5e51d8096ab67a" providerId="LiveId" clId="{FFCE466D-6BAE-4B6C-BC9C-9C2B75D8EC46}" dt="2026-03-15T16:54:50.349" v="187" actId="14100"/>
          <ac:grpSpMkLst>
            <pc:docMk/>
            <pc:sldMk cId="2089540126" sldId="267"/>
            <ac:grpSpMk id="8" creationId="{C441AD63-95B8-B395-1B4B-0F0E4D848497}"/>
          </ac:grpSpMkLst>
        </pc:grpChg>
        <pc:picChg chg="mod">
          <ac:chgData name="효은 박" userId="ed5e51d8096ab67a" providerId="LiveId" clId="{FFCE466D-6BAE-4B6C-BC9C-9C2B75D8EC46}" dt="2026-03-15T17:42:50.726" v="354"/>
          <ac:picMkLst>
            <pc:docMk/>
            <pc:sldMk cId="2089540126" sldId="267"/>
            <ac:picMk id="18" creationId="{C265618E-8EBD-1E15-D32C-C14676592966}"/>
          </ac:picMkLst>
        </pc:picChg>
        <pc:cxnChg chg="del mod">
          <ac:chgData name="효은 박" userId="ed5e51d8096ab67a" providerId="LiveId" clId="{FFCE466D-6BAE-4B6C-BC9C-9C2B75D8EC46}" dt="2026-03-16T01:21:09.641" v="403" actId="478"/>
          <ac:cxnSpMkLst>
            <pc:docMk/>
            <pc:sldMk cId="2089540126" sldId="267"/>
            <ac:cxnSpMk id="12" creationId="{39B590B1-33A9-5450-AB87-561E2278EF9A}"/>
          </ac:cxnSpMkLst>
        </pc:cxnChg>
        <pc:cxnChg chg="del mod">
          <ac:chgData name="효은 박" userId="ed5e51d8096ab67a" providerId="LiveId" clId="{FFCE466D-6BAE-4B6C-BC9C-9C2B75D8EC46}" dt="2026-03-16T01:21:08.564" v="402" actId="478"/>
          <ac:cxnSpMkLst>
            <pc:docMk/>
            <pc:sldMk cId="2089540126" sldId="267"/>
            <ac:cxnSpMk id="16" creationId="{EE3A857C-97ED-285E-3633-3C4A13FBE806}"/>
          </ac:cxnSpMkLst>
        </pc:cxnChg>
        <pc:cxnChg chg="add mod">
          <ac:chgData name="효은 박" userId="ed5e51d8096ab67a" providerId="LiveId" clId="{FFCE466D-6BAE-4B6C-BC9C-9C2B75D8EC46}" dt="2026-03-16T01:21:26.890" v="407" actId="1076"/>
          <ac:cxnSpMkLst>
            <pc:docMk/>
            <pc:sldMk cId="2089540126" sldId="267"/>
            <ac:cxnSpMk id="23" creationId="{2BC65AC0-3EAE-C19F-91C0-369ECE611F79}"/>
          </ac:cxnSpMkLst>
        </pc:cxnChg>
        <pc:cxnChg chg="add mod">
          <ac:chgData name="효은 박" userId="ed5e51d8096ab67a" providerId="LiveId" clId="{FFCE466D-6BAE-4B6C-BC9C-9C2B75D8EC46}" dt="2026-03-16T01:21:36.208" v="408" actId="1076"/>
          <ac:cxnSpMkLst>
            <pc:docMk/>
            <pc:sldMk cId="2089540126" sldId="267"/>
            <ac:cxnSpMk id="24" creationId="{5D23B9E3-22AF-E23A-1173-0501281BB4C7}"/>
          </ac:cxnSpMkLst>
        </pc:cxnChg>
        <pc:cxnChg chg="mod">
          <ac:chgData name="효은 박" userId="ed5e51d8096ab67a" providerId="LiveId" clId="{FFCE466D-6BAE-4B6C-BC9C-9C2B75D8EC46}" dt="2026-03-16T01:21:04.031" v="401" actId="1076"/>
          <ac:cxnSpMkLst>
            <pc:docMk/>
            <pc:sldMk cId="2089540126" sldId="267"/>
            <ac:cxnSpMk id="33" creationId="{2E65F63A-1877-B8FA-EDB9-F49592D99A86}"/>
          </ac:cxnSpMkLst>
        </pc:cxnChg>
      </pc:sldChg>
      <pc:sldChg chg="addSp delSp modSp mod">
        <pc:chgData name="효은 박" userId="ed5e51d8096ab67a" providerId="LiveId" clId="{FFCE466D-6BAE-4B6C-BC9C-9C2B75D8EC46}" dt="2026-03-16T01:24:44.634" v="422" actId="207"/>
        <pc:sldMkLst>
          <pc:docMk/>
          <pc:sldMk cId="3708883912" sldId="268"/>
        </pc:sldMkLst>
        <pc:spChg chg="add mod">
          <ac:chgData name="효은 박" userId="ed5e51d8096ab67a" providerId="LiveId" clId="{FFCE466D-6BAE-4B6C-BC9C-9C2B75D8EC46}" dt="2026-03-13T01:48:08.658" v="39" actId="1076"/>
          <ac:spMkLst>
            <pc:docMk/>
            <pc:sldMk cId="3708883912" sldId="268"/>
            <ac:spMk id="6" creationId="{C8822BFE-C2B5-1AC2-06EC-F9AEAA6CDD5E}"/>
          </ac:spMkLst>
        </pc:spChg>
        <pc:spChg chg="mod">
          <ac:chgData name="효은 박" userId="ed5e51d8096ab67a" providerId="LiveId" clId="{FFCE466D-6BAE-4B6C-BC9C-9C2B75D8EC46}" dt="2026-03-13T01:44:48.549" v="0" actId="164"/>
          <ac:spMkLst>
            <pc:docMk/>
            <pc:sldMk cId="3708883912" sldId="268"/>
            <ac:spMk id="8" creationId="{C67499C3-B3EA-56E0-AE6E-8E4CB4F70D4E}"/>
          </ac:spMkLst>
        </pc:spChg>
        <pc:spChg chg="mod">
          <ac:chgData name="효은 박" userId="ed5e51d8096ab67a" providerId="LiveId" clId="{FFCE466D-6BAE-4B6C-BC9C-9C2B75D8EC46}" dt="2026-03-13T01:44:48.549" v="0" actId="164"/>
          <ac:spMkLst>
            <pc:docMk/>
            <pc:sldMk cId="3708883912" sldId="268"/>
            <ac:spMk id="9" creationId="{46BA871B-96CF-4C78-AB98-F1CA01753BAE}"/>
          </ac:spMkLst>
        </pc:spChg>
        <pc:spChg chg="mod">
          <ac:chgData name="효은 박" userId="ed5e51d8096ab67a" providerId="LiveId" clId="{FFCE466D-6BAE-4B6C-BC9C-9C2B75D8EC46}" dt="2026-03-13T08:15:07.794" v="93" actId="207"/>
          <ac:spMkLst>
            <pc:docMk/>
            <pc:sldMk cId="3708883912" sldId="268"/>
            <ac:spMk id="16" creationId="{F40C55D4-D620-2E08-AAF6-8247B265CDC4}"/>
          </ac:spMkLst>
        </pc:spChg>
        <pc:spChg chg="mod">
          <ac:chgData name="효은 박" userId="ed5e51d8096ab67a" providerId="LiveId" clId="{FFCE466D-6BAE-4B6C-BC9C-9C2B75D8EC46}" dt="2026-03-15T17:42:49.444" v="353"/>
          <ac:spMkLst>
            <pc:docMk/>
            <pc:sldMk cId="3708883912" sldId="268"/>
            <ac:spMk id="17" creationId="{C3581B08-7AB3-D7EB-3102-52C82D0780F5}"/>
          </ac:spMkLst>
        </pc:spChg>
        <pc:spChg chg="mod">
          <ac:chgData name="효은 박" userId="ed5e51d8096ab67a" providerId="LiveId" clId="{FFCE466D-6BAE-4B6C-BC9C-9C2B75D8EC46}" dt="2026-03-13T08:15:10.359" v="94" actId="207"/>
          <ac:spMkLst>
            <pc:docMk/>
            <pc:sldMk cId="3708883912" sldId="268"/>
            <ac:spMk id="20" creationId="{285D5659-A76C-5EED-BACC-E747741A5EB4}"/>
          </ac:spMkLst>
        </pc:spChg>
        <pc:spChg chg="mod">
          <ac:chgData name="효은 박" userId="ed5e51d8096ab67a" providerId="LiveId" clId="{FFCE466D-6BAE-4B6C-BC9C-9C2B75D8EC46}" dt="2026-03-13T08:15:22.922" v="99" actId="208"/>
          <ac:spMkLst>
            <pc:docMk/>
            <pc:sldMk cId="3708883912" sldId="268"/>
            <ac:spMk id="21" creationId="{227D5F72-A535-636E-F6BD-CF3316BF701F}"/>
          </ac:spMkLst>
        </pc:spChg>
        <pc:spChg chg="mod">
          <ac:chgData name="효은 박" userId="ed5e51d8096ab67a" providerId="LiveId" clId="{FFCE466D-6BAE-4B6C-BC9C-9C2B75D8EC46}" dt="2026-03-13T01:44:48.549" v="0" actId="164"/>
          <ac:spMkLst>
            <pc:docMk/>
            <pc:sldMk cId="3708883912" sldId="268"/>
            <ac:spMk id="22" creationId="{DD4D9C3E-F94B-E66A-D87C-97C4455589CE}"/>
          </ac:spMkLst>
        </pc:spChg>
        <pc:spChg chg="mod">
          <ac:chgData name="효은 박" userId="ed5e51d8096ab67a" providerId="LiveId" clId="{FFCE466D-6BAE-4B6C-BC9C-9C2B75D8EC46}" dt="2026-03-16T01:23:42.621" v="415" actId="208"/>
          <ac:spMkLst>
            <pc:docMk/>
            <pc:sldMk cId="3708883912" sldId="268"/>
            <ac:spMk id="26" creationId="{38E32B72-EFD2-0681-653B-5CD451FA4158}"/>
          </ac:spMkLst>
        </pc:spChg>
        <pc:spChg chg="add mod">
          <ac:chgData name="효은 박" userId="ed5e51d8096ab67a" providerId="LiveId" clId="{FFCE466D-6BAE-4B6C-BC9C-9C2B75D8EC46}" dt="2026-03-16T01:24:44.634" v="422" actId="207"/>
          <ac:spMkLst>
            <pc:docMk/>
            <pc:sldMk cId="3708883912" sldId="268"/>
            <ac:spMk id="27" creationId="{8DFBAE8A-B242-84BB-B7B4-84C4583494EE}"/>
          </ac:spMkLst>
        </pc:spChg>
        <pc:spChg chg="mod">
          <ac:chgData name="효은 박" userId="ed5e51d8096ab67a" providerId="LiveId" clId="{FFCE466D-6BAE-4B6C-BC9C-9C2B75D8EC46}" dt="2026-03-13T01:44:48.549" v="0" actId="164"/>
          <ac:spMkLst>
            <pc:docMk/>
            <pc:sldMk cId="3708883912" sldId="268"/>
            <ac:spMk id="30" creationId="{44452E01-0AFE-62CF-00A5-AB263AB967B1}"/>
          </ac:spMkLst>
        </pc:spChg>
        <pc:spChg chg="mod">
          <ac:chgData name="효은 박" userId="ed5e51d8096ab67a" providerId="LiveId" clId="{FFCE466D-6BAE-4B6C-BC9C-9C2B75D8EC46}" dt="2026-03-13T01:44:48.549" v="0" actId="164"/>
          <ac:spMkLst>
            <pc:docMk/>
            <pc:sldMk cId="3708883912" sldId="268"/>
            <ac:spMk id="31" creationId="{8867B955-D3B4-CD1E-F2B1-0CF492237AF6}"/>
          </ac:spMkLst>
        </pc:spChg>
        <pc:spChg chg="mod">
          <ac:chgData name="효은 박" userId="ed5e51d8096ab67a" providerId="LiveId" clId="{FFCE466D-6BAE-4B6C-BC9C-9C2B75D8EC46}" dt="2026-03-13T01:44:48.549" v="0" actId="164"/>
          <ac:spMkLst>
            <pc:docMk/>
            <pc:sldMk cId="3708883912" sldId="268"/>
            <ac:spMk id="32" creationId="{288ECF77-730B-19A4-572D-F65B1981A683}"/>
          </ac:spMkLst>
        </pc:spChg>
        <pc:spChg chg="mod">
          <ac:chgData name="효은 박" userId="ed5e51d8096ab67a" providerId="LiveId" clId="{FFCE466D-6BAE-4B6C-BC9C-9C2B75D8EC46}" dt="2026-03-13T08:15:25.567" v="101" actId="208"/>
          <ac:spMkLst>
            <pc:docMk/>
            <pc:sldMk cId="3708883912" sldId="268"/>
            <ac:spMk id="33" creationId="{38FCA0C9-BFFF-9FD7-7C20-EF97F5F7C4C9}"/>
          </ac:spMkLst>
        </pc:spChg>
        <pc:spChg chg="mod">
          <ac:chgData name="효은 박" userId="ed5e51d8096ab67a" providerId="LiveId" clId="{FFCE466D-6BAE-4B6C-BC9C-9C2B75D8EC46}" dt="2026-03-13T01:44:48.549" v="0" actId="164"/>
          <ac:spMkLst>
            <pc:docMk/>
            <pc:sldMk cId="3708883912" sldId="268"/>
            <ac:spMk id="53" creationId="{A0305313-339D-9098-CCF2-51D0CD47268C}"/>
          </ac:spMkLst>
        </pc:spChg>
        <pc:spChg chg="mod">
          <ac:chgData name="효은 박" userId="ed5e51d8096ab67a" providerId="LiveId" clId="{FFCE466D-6BAE-4B6C-BC9C-9C2B75D8EC46}" dt="2026-03-13T08:15:12.149" v="95" actId="207"/>
          <ac:spMkLst>
            <pc:docMk/>
            <pc:sldMk cId="3708883912" sldId="268"/>
            <ac:spMk id="56" creationId="{83CD40C3-0B54-B2FC-9658-B44CB4C04804}"/>
          </ac:spMkLst>
        </pc:spChg>
        <pc:spChg chg="mod">
          <ac:chgData name="효은 박" userId="ed5e51d8096ab67a" providerId="LiveId" clId="{FFCE466D-6BAE-4B6C-BC9C-9C2B75D8EC46}" dt="2026-03-13T08:15:19.205" v="97" actId="208"/>
          <ac:spMkLst>
            <pc:docMk/>
            <pc:sldMk cId="3708883912" sldId="268"/>
            <ac:spMk id="57" creationId="{6540DC88-243E-171A-2564-CCAF74945241}"/>
          </ac:spMkLst>
        </pc:spChg>
        <pc:grpChg chg="add mod">
          <ac:chgData name="효은 박" userId="ed5e51d8096ab67a" providerId="LiveId" clId="{FFCE466D-6BAE-4B6C-BC9C-9C2B75D8EC46}" dt="2026-03-13T01:46:35.076" v="35" actId="1076"/>
          <ac:grpSpMkLst>
            <pc:docMk/>
            <pc:sldMk cId="3708883912" sldId="268"/>
            <ac:grpSpMk id="2" creationId="{589C21F3-8F8C-4F45-3C59-A32979FFA238}"/>
          </ac:grpSpMkLst>
        </pc:grpChg>
        <pc:grpChg chg="add mod">
          <ac:chgData name="효은 박" userId="ed5e51d8096ab67a" providerId="LiveId" clId="{FFCE466D-6BAE-4B6C-BC9C-9C2B75D8EC46}" dt="2026-03-15T17:42:49.444" v="353"/>
          <ac:grpSpMkLst>
            <pc:docMk/>
            <pc:sldMk cId="3708883912" sldId="268"/>
            <ac:grpSpMk id="4" creationId="{93DFB0AC-D8ED-AC06-87F8-3E7B565B39F2}"/>
          </ac:grpSpMkLst>
        </pc:grpChg>
        <pc:grpChg chg="mod">
          <ac:chgData name="효은 박" userId="ed5e51d8096ab67a" providerId="LiveId" clId="{FFCE466D-6BAE-4B6C-BC9C-9C2B75D8EC46}" dt="2026-03-13T01:44:48.549" v="0" actId="164"/>
          <ac:grpSpMkLst>
            <pc:docMk/>
            <pc:sldMk cId="3708883912" sldId="268"/>
            <ac:grpSpMk id="12" creationId="{7611343B-106C-A876-E667-ACB104844821}"/>
          </ac:grpSpMkLst>
        </pc:grpChg>
        <pc:grpChg chg="mod">
          <ac:chgData name="효은 박" userId="ed5e51d8096ab67a" providerId="LiveId" clId="{FFCE466D-6BAE-4B6C-BC9C-9C2B75D8EC46}" dt="2026-03-13T01:44:48.549" v="0" actId="164"/>
          <ac:grpSpMkLst>
            <pc:docMk/>
            <pc:sldMk cId="3708883912" sldId="268"/>
            <ac:grpSpMk id="52" creationId="{EC8B7DC2-D2C4-944F-142C-15AEDC91A526}"/>
          </ac:grpSpMkLst>
        </pc:grpChg>
        <pc:picChg chg="mod">
          <ac:chgData name="효은 박" userId="ed5e51d8096ab67a" providerId="LiveId" clId="{FFCE466D-6BAE-4B6C-BC9C-9C2B75D8EC46}" dt="2026-03-15T17:42:49.444" v="353"/>
          <ac:picMkLst>
            <pc:docMk/>
            <pc:sldMk cId="3708883912" sldId="268"/>
            <ac:picMk id="5" creationId="{854D8FA2-632F-25E0-16A1-85766FA254D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55D45-D9B2-4958-8622-AF1B8D403FE2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7C5C6-44CC-47B0-B062-1D97C0B45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012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5664F4-4B2A-F177-7350-A8D07AB5A2CD}"/>
              </a:ext>
            </a:extLst>
          </p:cNvPr>
          <p:cNvSpPr txBox="1"/>
          <p:nvPr/>
        </p:nvSpPr>
        <p:spPr>
          <a:xfrm>
            <a:off x="11068050" y="11201400"/>
            <a:ext cx="2247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rPr>
              <a:t>박효은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D54F08A-BF0A-1356-59FC-44A54E085986}"/>
              </a:ext>
            </a:extLst>
          </p:cNvPr>
          <p:cNvGrpSpPr/>
          <p:nvPr/>
        </p:nvGrpSpPr>
        <p:grpSpPr>
          <a:xfrm>
            <a:off x="5641975" y="3200400"/>
            <a:ext cx="13100050" cy="5562600"/>
            <a:chOff x="5641975" y="3200400"/>
            <a:chExt cx="13100050" cy="5562600"/>
          </a:xfrm>
        </p:grpSpPr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19B0E9F0-5957-E074-93C7-292056AA1E7B}"/>
                </a:ext>
              </a:extLst>
            </p:cNvPr>
            <p:cNvSpPr txBox="1"/>
            <p:nvPr/>
          </p:nvSpPr>
          <p:spPr>
            <a:xfrm>
              <a:off x="5641975" y="3200400"/>
              <a:ext cx="13100050" cy="5562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ct val="116199"/>
                </a:lnSpc>
              </a:pPr>
              <a:r>
                <a:rPr lang="en-US" altLang="ko-KR" sz="12000" b="1" spc="-2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+mn-ea"/>
                </a:rPr>
                <a:t>		Seoul Air-Guard</a:t>
              </a:r>
              <a:r>
                <a:rPr lang="ko-KR" altLang="en-US" sz="9600" dirty="0">
                  <a:ln>
                    <a:solidFill>
                      <a:schemeClr val="accent6">
                        <a:lumMod val="50000"/>
                      </a:schemeClr>
                    </a:solidFill>
                  </a:ln>
                  <a:solidFill>
                    <a:srgbClr val="F27036"/>
                  </a:solidFill>
                  <a:latin typeface="+mj-ea"/>
                  <a:cs typeface="Pretendard Light"/>
                </a:rPr>
                <a:t> </a:t>
              </a:r>
              <a:r>
                <a:rPr lang="ko-KR" altLang="en-US" sz="5400" spc="-2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+mn-ea"/>
                </a:rPr>
                <a:t>서울시 구별 호흡기 환자 수 예측 시스템</a:t>
              </a:r>
              <a:endParaRPr lang="en-US" altLang="ko-KR" sz="54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endParaRPr>
            </a:p>
            <a:p>
              <a:pPr algn="ctr">
                <a:lnSpc>
                  <a:spcPct val="116199"/>
                </a:lnSpc>
              </a:pPr>
              <a:endParaRPr lang="en-US" altLang="ko-KR" sz="54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endParaRPr>
            </a:p>
            <a:p>
              <a:pPr algn="ctr">
                <a:lnSpc>
                  <a:spcPct val="116199"/>
                </a:lnSpc>
              </a:pPr>
              <a:r>
                <a:rPr lang="ko-KR" altLang="en-US" sz="5400" spc="-2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+mn-ea"/>
                </a:rPr>
                <a:t>기획서</a:t>
              </a:r>
              <a:endParaRPr lang="en-US" altLang="ko-KR" sz="54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AABB88E-3D2B-0D4D-2010-5D7407E70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colorTemperature colorTemp="88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48400" y="3581400"/>
              <a:ext cx="1066800" cy="12954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1FF38-D8E6-23DA-150B-798A7224A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2165D47-875B-BA39-8F57-38F58687CB96}"/>
              </a:ext>
            </a:extLst>
          </p:cNvPr>
          <p:cNvCxnSpPr>
            <a:cxnSpLocks/>
          </p:cNvCxnSpPr>
          <p:nvPr/>
        </p:nvCxnSpPr>
        <p:spPr>
          <a:xfrm flipH="1">
            <a:off x="0" y="1524000"/>
            <a:ext cx="2438400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FE0EE6-C4DC-B4E2-5E93-F0DB7426F270}"/>
              </a:ext>
            </a:extLst>
          </p:cNvPr>
          <p:cNvSpPr/>
          <p:nvPr/>
        </p:nvSpPr>
        <p:spPr>
          <a:xfrm>
            <a:off x="0" y="1478266"/>
            <a:ext cx="13182600" cy="4571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282796-477D-A93F-6B76-3E215881E03A}"/>
              </a:ext>
            </a:extLst>
          </p:cNvPr>
          <p:cNvSpPr txBox="1"/>
          <p:nvPr/>
        </p:nvSpPr>
        <p:spPr>
          <a:xfrm>
            <a:off x="685800" y="312105"/>
            <a:ext cx="5745484" cy="107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1. </a:t>
            </a:r>
            <a:r>
              <a:rPr lang="ko-KR" altLang="en-US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기획 의도</a:t>
            </a:r>
            <a:r>
              <a:rPr lang="en-US" altLang="ko-KR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 - Why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12325A-BD85-B137-AC29-91A5D87775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8" t="2649" r="1265" b="11208"/>
          <a:stretch>
            <a:fillRect/>
          </a:stretch>
        </p:blipFill>
        <p:spPr>
          <a:xfrm>
            <a:off x="685801" y="2339822"/>
            <a:ext cx="9705976" cy="4314536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6032B4-D0DD-3F5A-DA81-09EACD5CCF3A}"/>
              </a:ext>
            </a:extLst>
          </p:cNvPr>
          <p:cNvSpPr txBox="1"/>
          <p:nvPr/>
        </p:nvSpPr>
        <p:spPr>
          <a:xfrm>
            <a:off x="610485" y="6989554"/>
            <a:ext cx="104394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500" b="1" dirty="0">
                <a:solidFill>
                  <a:srgbClr val="002060"/>
                </a:solidFill>
                <a:latin typeface="+mj-ea"/>
                <a:ea typeface="+mj-ea"/>
              </a:rPr>
              <a:t>미세먼지와 </a:t>
            </a:r>
            <a:r>
              <a:rPr lang="en-US" altLang="ko-KR" sz="3500" b="1" dirty="0">
                <a:solidFill>
                  <a:srgbClr val="002060"/>
                </a:solidFill>
                <a:latin typeface="+mj-ea"/>
                <a:ea typeface="+mj-ea"/>
              </a:rPr>
              <a:t>COPD </a:t>
            </a:r>
            <a:r>
              <a:rPr lang="ko-KR" altLang="en-US" sz="3500" b="1" dirty="0">
                <a:solidFill>
                  <a:srgbClr val="002060"/>
                </a:solidFill>
                <a:latin typeface="+mj-ea"/>
                <a:ea typeface="+mj-ea"/>
              </a:rPr>
              <a:t>환자 </a:t>
            </a:r>
            <a:r>
              <a:rPr lang="ko-KR" altLang="en-US" sz="3500" b="1" dirty="0" err="1">
                <a:solidFill>
                  <a:srgbClr val="002060"/>
                </a:solidFill>
                <a:latin typeface="+mj-ea"/>
                <a:ea typeface="+mj-ea"/>
              </a:rPr>
              <a:t>입원율</a:t>
            </a:r>
            <a:r>
              <a:rPr lang="ko-KR" altLang="en-US" sz="3500" b="1" dirty="0">
                <a:solidFill>
                  <a:srgbClr val="002060"/>
                </a:solidFill>
                <a:latin typeface="+mj-ea"/>
                <a:ea typeface="+mj-ea"/>
              </a:rPr>
              <a:t> 연관성有 연구결과 </a:t>
            </a:r>
            <a:r>
              <a:rPr lang="en-US" altLang="ko-KR" sz="2000" b="1" dirty="0">
                <a:solidFill>
                  <a:srgbClr val="002060"/>
                </a:solidFill>
                <a:latin typeface="+mj-ea"/>
                <a:ea typeface="+mj-ea"/>
              </a:rPr>
              <a:t>International Journal of COPD</a:t>
            </a:r>
            <a:r>
              <a:rPr lang="ko-KR" altLang="en-US" sz="2000" b="1" dirty="0">
                <a:solidFill>
                  <a:srgbClr val="002060"/>
                </a:solidFill>
                <a:latin typeface="+mj-ea"/>
                <a:ea typeface="+mj-ea"/>
              </a:rPr>
              <a:t> 게재 논문 </a:t>
            </a:r>
            <a:r>
              <a:rPr lang="en-US" altLang="ko-KR" sz="2000" b="1" dirty="0">
                <a:solidFill>
                  <a:srgbClr val="002060"/>
                </a:solidFill>
                <a:latin typeface="+mj-ea"/>
                <a:ea typeface="+mj-ea"/>
              </a:rPr>
              <a:t>(</a:t>
            </a:r>
            <a:r>
              <a:rPr lang="ko-KR" altLang="en-US" sz="2000" b="1" dirty="0">
                <a:solidFill>
                  <a:srgbClr val="002060"/>
                </a:solidFill>
                <a:latin typeface="+mj-ea"/>
                <a:ea typeface="+mj-ea"/>
              </a:rPr>
              <a:t>고려대학교 구로병원 연구</a:t>
            </a:r>
            <a:r>
              <a:rPr lang="en-US" altLang="ko-KR" sz="2000" b="1" dirty="0">
                <a:solidFill>
                  <a:srgbClr val="002060"/>
                </a:solidFill>
                <a:latin typeface="+mj-ea"/>
                <a:ea typeface="+mj-ea"/>
              </a:rPr>
              <a:t>)</a:t>
            </a:r>
            <a:endParaRPr lang="ko-KR" altLang="en-US" sz="20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01CCF7B-23B7-7212-46D0-7FD785FA0C18}"/>
              </a:ext>
            </a:extLst>
          </p:cNvPr>
          <p:cNvGrpSpPr/>
          <p:nvPr/>
        </p:nvGrpSpPr>
        <p:grpSpPr>
          <a:xfrm>
            <a:off x="11125200" y="2339822"/>
            <a:ext cx="12124471" cy="5723116"/>
            <a:chOff x="10515600" y="3420421"/>
            <a:chExt cx="12124471" cy="5723116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B8A51AB-88C9-8ABC-EA49-62A44C5C1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15600" y="3420421"/>
              <a:ext cx="12124471" cy="5723116"/>
            </a:xfrm>
            <a:prstGeom prst="rect">
              <a:avLst/>
            </a:prstGeom>
            <a:ln>
              <a:solidFill>
                <a:srgbClr val="002060"/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A98D5E5-C9F3-5DD5-9065-47956C9A1F74}"/>
                </a:ext>
              </a:extLst>
            </p:cNvPr>
            <p:cNvSpPr/>
            <p:nvPr/>
          </p:nvSpPr>
          <p:spPr>
            <a:xfrm>
              <a:off x="14020800" y="7961927"/>
              <a:ext cx="7620000" cy="8772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endParaRP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C86FE5D-749B-4D97-4F00-6D2C7A8B7F68}"/>
              </a:ext>
            </a:extLst>
          </p:cNvPr>
          <p:cNvCxnSpPr>
            <a:cxnSpLocks/>
          </p:cNvCxnSpPr>
          <p:nvPr/>
        </p:nvCxnSpPr>
        <p:spPr>
          <a:xfrm flipH="1">
            <a:off x="14249400" y="7811473"/>
            <a:ext cx="1981200" cy="148492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A3F38A71-1CEB-CF87-63AE-AFB92AADB0A4}"/>
              </a:ext>
            </a:extLst>
          </p:cNvPr>
          <p:cNvGrpSpPr/>
          <p:nvPr/>
        </p:nvGrpSpPr>
        <p:grpSpPr>
          <a:xfrm>
            <a:off x="2338082" y="9422222"/>
            <a:ext cx="19278600" cy="1999914"/>
            <a:chOff x="1981200" y="9429309"/>
            <a:chExt cx="21183600" cy="2500513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6E8F38E-3016-0578-4EE6-65A512CBA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29" t="5181" r="882" b="1555"/>
            <a:stretch>
              <a:fillRect/>
            </a:stretch>
          </p:blipFill>
          <p:spPr>
            <a:xfrm>
              <a:off x="1981200" y="9448802"/>
              <a:ext cx="21183600" cy="2481020"/>
            </a:xfrm>
            <a:prstGeom prst="rect">
              <a:avLst/>
            </a:prstGeom>
            <a:ln>
              <a:solidFill>
                <a:srgbClr val="002060"/>
              </a:solidFill>
            </a:ln>
          </p:spPr>
        </p:pic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C6AE8176-81B7-AA2B-6724-F6E4FD341496}"/>
                </a:ext>
              </a:extLst>
            </p:cNvPr>
            <p:cNvCxnSpPr/>
            <p:nvPr/>
          </p:nvCxnSpPr>
          <p:spPr>
            <a:xfrm>
              <a:off x="9144000" y="10210800"/>
              <a:ext cx="13724671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0662395B-98E2-999A-223A-E6009608F7B3}"/>
                </a:ext>
              </a:extLst>
            </p:cNvPr>
            <p:cNvCxnSpPr>
              <a:cxnSpLocks/>
            </p:cNvCxnSpPr>
            <p:nvPr/>
          </p:nvCxnSpPr>
          <p:spPr>
            <a:xfrm>
              <a:off x="2281664" y="11049000"/>
              <a:ext cx="19816336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5829A014-CCB5-21D2-26F1-E25BD30ACB4B}"/>
                </a:ext>
              </a:extLst>
            </p:cNvPr>
            <p:cNvCxnSpPr>
              <a:cxnSpLocks/>
            </p:cNvCxnSpPr>
            <p:nvPr/>
          </p:nvCxnSpPr>
          <p:spPr>
            <a:xfrm>
              <a:off x="2053064" y="11734800"/>
              <a:ext cx="18368536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6830F6DE-0179-7F93-B073-5AC923D68506}"/>
                </a:ext>
              </a:extLst>
            </p:cNvPr>
            <p:cNvSpPr/>
            <p:nvPr/>
          </p:nvSpPr>
          <p:spPr>
            <a:xfrm>
              <a:off x="13411200" y="9429309"/>
              <a:ext cx="1295400" cy="719376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4EDA43C-AB78-6A44-3D53-790E50AE9C7E}"/>
              </a:ext>
            </a:extLst>
          </p:cNvPr>
          <p:cNvSpPr/>
          <p:nvPr/>
        </p:nvSpPr>
        <p:spPr>
          <a:xfrm>
            <a:off x="2829868" y="11879601"/>
            <a:ext cx="19820671" cy="716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rgbClr val="002060"/>
                </a:solidFill>
                <a:latin typeface="+mj-ea"/>
                <a:ea typeface="+mj-ea"/>
              </a:rPr>
              <a:t>‘</a:t>
            </a:r>
            <a:r>
              <a:rPr lang="ko-KR" altLang="en-US" sz="3200" b="1" dirty="0">
                <a:solidFill>
                  <a:srgbClr val="002060"/>
                </a:solidFill>
                <a:latin typeface="+mj-ea"/>
                <a:ea typeface="+mj-ea"/>
              </a:rPr>
              <a:t>국립보건연구원</a:t>
            </a:r>
            <a:r>
              <a:rPr lang="en-US" altLang="ko-KR" sz="3200" b="1" dirty="0">
                <a:solidFill>
                  <a:srgbClr val="002060"/>
                </a:solidFill>
                <a:latin typeface="+mj-ea"/>
                <a:ea typeface="+mj-ea"/>
              </a:rPr>
              <a:t>’</a:t>
            </a:r>
            <a:r>
              <a:rPr lang="ko-KR" altLang="en-US" sz="3200" b="1" dirty="0">
                <a:solidFill>
                  <a:srgbClr val="002060"/>
                </a:solidFill>
                <a:latin typeface="+mj-ea"/>
                <a:ea typeface="+mj-ea"/>
              </a:rPr>
              <a:t>의 </a:t>
            </a:r>
            <a:r>
              <a:rPr lang="en-US" altLang="ko-KR" sz="3200" b="1" u="sng" dirty="0">
                <a:solidFill>
                  <a:srgbClr val="002060"/>
                </a:solidFill>
                <a:latin typeface="+mj-ea"/>
                <a:ea typeface="+mj-ea"/>
              </a:rPr>
              <a:t>'3</a:t>
            </a:r>
            <a:r>
              <a:rPr lang="ko-KR" altLang="en-US" sz="3200" b="1" u="sng" dirty="0">
                <a:solidFill>
                  <a:srgbClr val="002060"/>
                </a:solidFill>
                <a:latin typeface="+mj-ea"/>
                <a:ea typeface="+mj-ea"/>
              </a:rPr>
              <a:t>일 노출 염증 극대화</a:t>
            </a:r>
            <a:r>
              <a:rPr lang="en-US" altLang="ko-KR" sz="3200" b="1" u="sng" dirty="0">
                <a:solidFill>
                  <a:srgbClr val="002060"/>
                </a:solidFill>
                <a:latin typeface="+mj-ea"/>
                <a:ea typeface="+mj-ea"/>
              </a:rPr>
              <a:t>' </a:t>
            </a:r>
            <a:r>
              <a:rPr lang="ko-KR" altLang="en-US" sz="3200" b="1" dirty="0">
                <a:solidFill>
                  <a:srgbClr val="002060"/>
                </a:solidFill>
                <a:latin typeface="+mj-ea"/>
                <a:ea typeface="+mj-ea"/>
              </a:rPr>
              <a:t>연구를 바탕으로</a:t>
            </a:r>
            <a:r>
              <a:rPr lang="en-US" altLang="ko-KR" sz="3200" b="1" dirty="0">
                <a:solidFill>
                  <a:srgbClr val="002060"/>
                </a:solidFill>
                <a:latin typeface="+mj-ea"/>
                <a:ea typeface="+mj-ea"/>
              </a:rPr>
              <a:t>, </a:t>
            </a:r>
            <a:r>
              <a:rPr lang="ko-KR" altLang="en-US" sz="3200" b="1" dirty="0">
                <a:solidFill>
                  <a:srgbClr val="002060"/>
                </a:solidFill>
                <a:latin typeface="+mj-ea"/>
                <a:ea typeface="+mj-ea"/>
              </a:rPr>
              <a:t>의학적 근거에 기반한 문제 해결 필요성 </a:t>
            </a:r>
            <a:endParaRPr lang="ko-KR" altLang="en-US" sz="3200" b="1" kern="0" spc="-100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E5592C3-43DE-B3E1-1F61-6B783FB5052B}"/>
              </a:ext>
            </a:extLst>
          </p:cNvPr>
          <p:cNvGrpSpPr/>
          <p:nvPr/>
        </p:nvGrpSpPr>
        <p:grpSpPr>
          <a:xfrm>
            <a:off x="19323103" y="708179"/>
            <a:ext cx="4908497" cy="731119"/>
            <a:chOff x="19323103" y="669857"/>
            <a:chExt cx="5060897" cy="769441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CF4B44BA-B9EA-D9F4-45E0-C90277829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  <a14:imgEffect>
                        <a14:colorTemperature colorTemp="88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323103" y="708179"/>
              <a:ext cx="570540" cy="69279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1F23DC0-98A2-ECD2-D1F4-DDEE3B91343B}"/>
                </a:ext>
              </a:extLst>
            </p:cNvPr>
            <p:cNvSpPr txBox="1"/>
            <p:nvPr/>
          </p:nvSpPr>
          <p:spPr>
            <a:xfrm>
              <a:off x="19893643" y="669857"/>
              <a:ext cx="449035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4400" b="1" spc="-2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+mn-ea"/>
                </a:rPr>
                <a:t>Seoul Air-Guard</a:t>
              </a:r>
              <a:r>
                <a:rPr lang="ko-KR" altLang="en-US" sz="4400" dirty="0">
                  <a:ln>
                    <a:solidFill>
                      <a:schemeClr val="accent6">
                        <a:lumMod val="50000"/>
                      </a:schemeClr>
                    </a:solidFill>
                  </a:ln>
                  <a:solidFill>
                    <a:srgbClr val="F27036"/>
                  </a:solidFill>
                  <a:latin typeface="+mj-ea"/>
                  <a:cs typeface="Pretendard Light"/>
                </a:rPr>
                <a:t> </a:t>
              </a:r>
              <a:endParaRPr lang="ko-KR" altLang="en-US" sz="4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30003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0BAB-80D7-AB4A-2D3E-A205C202D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97CCE1D-4F96-BED4-5093-BD1B830AE9A5}"/>
              </a:ext>
            </a:extLst>
          </p:cNvPr>
          <p:cNvCxnSpPr>
            <a:cxnSpLocks/>
          </p:cNvCxnSpPr>
          <p:nvPr/>
        </p:nvCxnSpPr>
        <p:spPr>
          <a:xfrm flipH="1">
            <a:off x="0" y="1524000"/>
            <a:ext cx="2438400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F4A9DD-CED9-ABA0-7C43-B639150D1FCF}"/>
              </a:ext>
            </a:extLst>
          </p:cNvPr>
          <p:cNvSpPr/>
          <p:nvPr/>
        </p:nvSpPr>
        <p:spPr>
          <a:xfrm>
            <a:off x="0" y="1478266"/>
            <a:ext cx="13182600" cy="4571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217127-0B99-26DA-B958-A507DD7193B7}"/>
              </a:ext>
            </a:extLst>
          </p:cNvPr>
          <p:cNvSpPr txBox="1"/>
          <p:nvPr/>
        </p:nvSpPr>
        <p:spPr>
          <a:xfrm>
            <a:off x="685800" y="312105"/>
            <a:ext cx="5995552" cy="107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1. </a:t>
            </a:r>
            <a:r>
              <a:rPr lang="ko-KR" altLang="en-US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기획 의도</a:t>
            </a:r>
            <a:r>
              <a:rPr lang="en-US" altLang="ko-KR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 - What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89C21F3-8F8C-4F45-3C59-A32979FFA238}"/>
              </a:ext>
            </a:extLst>
          </p:cNvPr>
          <p:cNvGrpSpPr/>
          <p:nvPr/>
        </p:nvGrpSpPr>
        <p:grpSpPr>
          <a:xfrm>
            <a:off x="3283082" y="7348613"/>
            <a:ext cx="18077778" cy="5151134"/>
            <a:chOff x="3179693" y="7086600"/>
            <a:chExt cx="18077778" cy="5151134"/>
          </a:xfrm>
        </p:grpSpPr>
        <p:sp>
          <p:nvSpPr>
            <p:cNvPr id="8" name="모서리가 둥근 직사각형 8">
              <a:extLst>
                <a:ext uri="{FF2B5EF4-FFF2-40B4-BE49-F238E27FC236}">
                  <a16:creationId xmlns:a16="http://schemas.microsoft.com/office/drawing/2014/main" id="{C67499C3-B3EA-56E0-AE6E-8E4CB4F70D4E}"/>
                </a:ext>
              </a:extLst>
            </p:cNvPr>
            <p:cNvSpPr/>
            <p:nvPr/>
          </p:nvSpPr>
          <p:spPr>
            <a:xfrm>
              <a:off x="3327691" y="7086600"/>
              <a:ext cx="5668072" cy="5151134"/>
            </a:xfrm>
            <a:prstGeom prst="roundRect">
              <a:avLst>
                <a:gd name="adj" fmla="val 1678"/>
              </a:avLst>
            </a:prstGeom>
            <a:solidFill>
              <a:schemeClr val="bg1"/>
            </a:solidFill>
            <a:ln w="25400" algn="ctr">
              <a:noFill/>
              <a:round/>
              <a:headEnd/>
              <a:tailEnd/>
            </a:ln>
            <a:effectLst>
              <a:outerShdw blurRad="88900" algn="ctr" rotWithShape="0">
                <a:prstClr val="black">
                  <a:alpha val="77000"/>
                </a:prstClr>
              </a:outerShdw>
            </a:effectLst>
          </p:spPr>
          <p:txBody>
            <a:bodyPr vert="horz" wrap="none" lIns="182880" tIns="91440" rIns="182880" bIns="9144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 sz="3600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  <p:sp>
          <p:nvSpPr>
            <p:cNvPr id="9" name="모서리가 둥근 직사각형 39">
              <a:extLst>
                <a:ext uri="{FF2B5EF4-FFF2-40B4-BE49-F238E27FC236}">
                  <a16:creationId xmlns:a16="http://schemas.microsoft.com/office/drawing/2014/main" id="{46BA871B-96CF-4C78-AB98-F1CA01753BAE}"/>
                </a:ext>
              </a:extLst>
            </p:cNvPr>
            <p:cNvSpPr/>
            <p:nvPr/>
          </p:nvSpPr>
          <p:spPr>
            <a:xfrm>
              <a:off x="9358042" y="7086600"/>
              <a:ext cx="5744984" cy="5151133"/>
            </a:xfrm>
            <a:prstGeom prst="roundRect">
              <a:avLst>
                <a:gd name="adj" fmla="val 1678"/>
              </a:avLst>
            </a:prstGeom>
            <a:solidFill>
              <a:schemeClr val="bg1"/>
            </a:solidFill>
            <a:ln w="25400" algn="ctr">
              <a:noFill/>
              <a:round/>
              <a:headEnd/>
              <a:tailEnd/>
            </a:ln>
            <a:effectLst>
              <a:outerShdw blurRad="88900" algn="ctr" rotWithShape="0">
                <a:prstClr val="black">
                  <a:alpha val="77000"/>
                </a:prstClr>
              </a:outerShdw>
            </a:effectLst>
          </p:spPr>
          <p:txBody>
            <a:bodyPr vert="horz" wrap="none" lIns="182880" tIns="91440" rIns="182880" bIns="9144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 sz="2800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18D2A3D-DDD4-96CB-48B8-506111680498}"/>
                </a:ext>
              </a:extLst>
            </p:cNvPr>
            <p:cNvGrpSpPr/>
            <p:nvPr/>
          </p:nvGrpSpPr>
          <p:grpSpPr>
            <a:xfrm>
              <a:off x="9313632" y="7544409"/>
              <a:ext cx="5889840" cy="1000599"/>
              <a:chOff x="9313632" y="7544409"/>
              <a:chExt cx="5889840" cy="1000599"/>
            </a:xfrm>
          </p:grpSpPr>
          <p:sp>
            <p:nvSpPr>
              <p:cNvPr id="18" name="Freeform 24">
                <a:extLst>
                  <a:ext uri="{FF2B5EF4-FFF2-40B4-BE49-F238E27FC236}">
                    <a16:creationId xmlns:a16="http://schemas.microsoft.com/office/drawing/2014/main" id="{668F18EA-4AF6-DA6A-CBC6-F5583E000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1608" y="7545071"/>
                <a:ext cx="83281" cy="143160"/>
              </a:xfrm>
              <a:custGeom>
                <a:avLst/>
                <a:gdLst/>
                <a:ahLst/>
                <a:cxnLst>
                  <a:cxn ang="0">
                    <a:pos x="0" y="23"/>
                  </a:cxn>
                  <a:cxn ang="0">
                    <a:pos x="16" y="12"/>
                  </a:cxn>
                  <a:cxn ang="0">
                    <a:pos x="0" y="0"/>
                  </a:cxn>
                  <a:cxn ang="0">
                    <a:pos x="0" y="23"/>
                  </a:cxn>
                </a:cxnLst>
                <a:rect l="0" t="0" r="r" b="b"/>
                <a:pathLst>
                  <a:path w="16" h="23">
                    <a:moveTo>
                      <a:pt x="0" y="23"/>
                    </a:moveTo>
                    <a:cubicBezTo>
                      <a:pt x="8" y="23"/>
                      <a:pt x="16" y="18"/>
                      <a:pt x="16" y="12"/>
                    </a:cubicBezTo>
                    <a:cubicBezTo>
                      <a:pt x="16" y="5"/>
                      <a:pt x="8" y="0"/>
                      <a:pt x="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215968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72000" rtlCol="0" anchor="ctr" anchorCtr="0">
                <a:scene3d>
                  <a:camera prst="orthographicFront"/>
                  <a:lightRig rig="threePt" dir="t"/>
                </a:scene3d>
                <a:sp3d>
                  <a:bevelT w="0" h="38100"/>
                  <a:contourClr>
                    <a:srgbClr val="213165"/>
                  </a:contourClr>
                </a:sp3d>
              </a:bodyPr>
              <a:lstStyle/>
              <a:p>
                <a:pPr indent="-914400" algn="ctr">
                  <a:lnSpc>
                    <a:spcPct val="140000"/>
                  </a:lnSpc>
                  <a:spcBef>
                    <a:spcPct val="0"/>
                  </a:spcBef>
                </a:pPr>
                <a:endParaRPr lang="ko-KR" altLang="en-US" sz="3600" b="1" kern="0" spc="-140" dirty="0">
                  <a:ln cap="sq">
                    <a:solidFill>
                      <a:srgbClr val="4F81BD">
                        <a:alpha val="0"/>
                      </a:srgbClr>
                    </a:solidFill>
                    <a:miter lim="800000"/>
                  </a:ln>
                  <a:solidFill>
                    <a:prstClr val="white"/>
                  </a:solidFill>
                  <a:effectLst>
                    <a:outerShdw blurRad="50800" dir="5400000" algn="t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endParaRPr>
              </a:p>
            </p:txBody>
          </p:sp>
          <p:sp>
            <p:nvSpPr>
              <p:cNvPr id="19" name="Freeform 25">
                <a:extLst>
                  <a:ext uri="{FF2B5EF4-FFF2-40B4-BE49-F238E27FC236}">
                    <a16:creationId xmlns:a16="http://schemas.microsoft.com/office/drawing/2014/main" id="{33700278-4CB3-59F0-FB4F-A9DC632B7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3632" y="7544409"/>
                <a:ext cx="76707" cy="143160"/>
              </a:xfrm>
              <a:custGeom>
                <a:avLst/>
                <a:gdLst/>
                <a:ahLst/>
                <a:cxnLst>
                  <a:cxn ang="0">
                    <a:pos x="15" y="23"/>
                  </a:cxn>
                  <a:cxn ang="0">
                    <a:pos x="15" y="0"/>
                  </a:cxn>
                  <a:cxn ang="0">
                    <a:pos x="0" y="12"/>
                  </a:cxn>
                  <a:cxn ang="0">
                    <a:pos x="15" y="23"/>
                  </a:cxn>
                </a:cxnLst>
                <a:rect l="0" t="0" r="r" b="b"/>
                <a:pathLst>
                  <a:path w="15" h="23">
                    <a:moveTo>
                      <a:pt x="15" y="23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5"/>
                      <a:pt x="0" y="12"/>
                    </a:cubicBezTo>
                    <a:cubicBezTo>
                      <a:pt x="0" y="18"/>
                      <a:pt x="7" y="23"/>
                      <a:pt x="15" y="23"/>
                    </a:cubicBezTo>
                  </a:path>
                </a:pathLst>
              </a:custGeom>
              <a:solidFill>
                <a:srgbClr val="215968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72000" rtlCol="0" anchor="ctr" anchorCtr="0">
                <a:scene3d>
                  <a:camera prst="orthographicFront"/>
                  <a:lightRig rig="threePt" dir="t"/>
                </a:scene3d>
                <a:sp3d>
                  <a:bevelT w="0" h="38100"/>
                  <a:contourClr>
                    <a:srgbClr val="213165"/>
                  </a:contourClr>
                </a:sp3d>
              </a:bodyPr>
              <a:lstStyle/>
              <a:p>
                <a:pPr indent="-914400" algn="ctr">
                  <a:lnSpc>
                    <a:spcPct val="140000"/>
                  </a:lnSpc>
                  <a:spcBef>
                    <a:spcPct val="0"/>
                  </a:spcBef>
                </a:pPr>
                <a:endParaRPr lang="ko-KR" altLang="en-US" sz="3600" b="1" kern="0" spc="-140" dirty="0">
                  <a:ln cap="sq">
                    <a:solidFill>
                      <a:srgbClr val="4F81BD">
                        <a:alpha val="0"/>
                      </a:srgbClr>
                    </a:solidFill>
                    <a:miter lim="800000"/>
                  </a:ln>
                  <a:solidFill>
                    <a:prstClr val="white"/>
                  </a:solidFill>
                  <a:effectLst>
                    <a:outerShdw blurRad="50800" dir="5400000" algn="t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endParaRPr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03A4A955-5360-35A8-E32A-831FADE70745}"/>
                  </a:ext>
                </a:extLst>
              </p:cNvPr>
              <p:cNvGrpSpPr/>
              <p:nvPr/>
            </p:nvGrpSpPr>
            <p:grpSpPr>
              <a:xfrm>
                <a:off x="9315016" y="7615455"/>
                <a:ext cx="5888456" cy="929553"/>
                <a:chOff x="1828800" y="5192602"/>
                <a:chExt cx="5888456" cy="929553"/>
              </a:xfrm>
            </p:grpSpPr>
            <p:sp>
              <p:nvSpPr>
                <p:cNvPr id="20" name="Freeform 27">
                  <a:extLst>
                    <a:ext uri="{FF2B5EF4-FFF2-40B4-BE49-F238E27FC236}">
                      <a16:creationId xmlns:a16="http://schemas.microsoft.com/office/drawing/2014/main" id="{285D5659-A76C-5EED-BACC-E747741A5E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8800" y="5194168"/>
                  <a:ext cx="674251" cy="927987"/>
                </a:xfrm>
                <a:custGeom>
                  <a:avLst/>
                  <a:gdLst/>
                  <a:ahLst/>
                  <a:cxnLst>
                    <a:cxn ang="0">
                      <a:pos x="19" y="151"/>
                    </a:cxn>
                    <a:cxn ang="0">
                      <a:pos x="103" y="151"/>
                    </a:cxn>
                    <a:cxn ang="0">
                      <a:pos x="177" y="81"/>
                    </a:cxn>
                    <a:cxn ang="0">
                      <a:pos x="102" y="11"/>
                    </a:cxn>
                    <a:cxn ang="0">
                      <a:pos x="22" y="11"/>
                    </a:cxn>
                    <a:cxn ang="0">
                      <a:pos x="15" y="11"/>
                    </a:cxn>
                    <a:cxn ang="0">
                      <a:pos x="0" y="0"/>
                    </a:cxn>
                    <a:cxn ang="0">
                      <a:pos x="0" y="139"/>
                    </a:cxn>
                    <a:cxn ang="0">
                      <a:pos x="15" y="151"/>
                    </a:cxn>
                    <a:cxn ang="0">
                      <a:pos x="19" y="151"/>
                    </a:cxn>
                  </a:cxnLst>
                  <a:rect l="0" t="0" r="r" b="b"/>
                  <a:pathLst>
                    <a:path w="177" h="151">
                      <a:moveTo>
                        <a:pt x="19" y="151"/>
                      </a:moveTo>
                      <a:cubicBezTo>
                        <a:pt x="103" y="151"/>
                        <a:pt x="103" y="151"/>
                        <a:pt x="103" y="151"/>
                      </a:cubicBezTo>
                      <a:cubicBezTo>
                        <a:pt x="177" y="81"/>
                        <a:pt x="177" y="81"/>
                        <a:pt x="177" y="81"/>
                      </a:cubicBezTo>
                      <a:cubicBezTo>
                        <a:pt x="102" y="11"/>
                        <a:pt x="102" y="11"/>
                        <a:pt x="102" y="11"/>
                      </a:cubicBezTo>
                      <a:cubicBezTo>
                        <a:pt x="22" y="11"/>
                        <a:pt x="22" y="11"/>
                        <a:pt x="22" y="11"/>
                      </a:cubicBez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7" y="11"/>
                        <a:pt x="0" y="6"/>
                        <a:pt x="0" y="0"/>
                      </a:cubicBezTo>
                      <a:cubicBezTo>
                        <a:pt x="0" y="139"/>
                        <a:pt x="0" y="139"/>
                        <a:pt x="0" y="139"/>
                      </a:cubicBezTo>
                      <a:cubicBezTo>
                        <a:pt x="0" y="146"/>
                        <a:pt x="7" y="151"/>
                        <a:pt x="15" y="151"/>
                      </a:cubicBezTo>
                      <a:lnTo>
                        <a:pt x="19" y="151"/>
                      </a:lnTo>
                      <a:close/>
                    </a:path>
                  </a:pathLst>
                </a:custGeom>
                <a:solidFill>
                  <a:srgbClr val="00206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wrap="square" lIns="0" tIns="0" rIns="0" bIns="72000" rtlCol="0" anchor="ctr" anchorCtr="0">
                  <a:scene3d>
                    <a:camera prst="orthographicFront"/>
                    <a:lightRig rig="threePt" dir="t"/>
                  </a:scene3d>
                  <a:sp3d>
                    <a:bevelT w="0" h="38100"/>
                    <a:contourClr>
                      <a:srgbClr val="213165"/>
                    </a:contourClr>
                  </a:sp3d>
                </a:bodyPr>
                <a:lstStyle/>
                <a:p>
                  <a:pPr indent="-914400" algn="ctr">
                    <a:lnSpc>
                      <a:spcPct val="140000"/>
                    </a:lnSpc>
                    <a:spcBef>
                      <a:spcPct val="0"/>
                    </a:spcBef>
                  </a:pPr>
                  <a:endParaRPr lang="ko-KR" altLang="en-US" sz="3600" b="1" kern="0" spc="-140" dirty="0">
                    <a:ln cap="sq">
                      <a:solidFill>
                        <a:srgbClr val="4F81BD">
                          <a:alpha val="0"/>
                        </a:srgbClr>
                      </a:solidFill>
                      <a:miter lim="800000"/>
                    </a:ln>
                    <a:solidFill>
                      <a:prstClr val="white"/>
                    </a:solidFill>
                    <a:effectLst>
                      <a:outerShdw blurRad="50800" dir="5400000" algn="t" rotWithShape="0">
                        <a:prstClr val="black">
                          <a:alpha val="20000"/>
                        </a:prstClr>
                      </a:outerShdw>
                    </a:effectLst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Freeform 26">
                  <a:extLst>
                    <a:ext uri="{FF2B5EF4-FFF2-40B4-BE49-F238E27FC236}">
                      <a16:creationId xmlns:a16="http://schemas.microsoft.com/office/drawing/2014/main" id="{227D5F72-A535-636E-F6BD-CF3316BF70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8800" y="5192602"/>
                  <a:ext cx="5888456" cy="927987"/>
                </a:xfrm>
                <a:custGeom>
                  <a:avLst/>
                  <a:gdLst/>
                  <a:ahLst/>
                  <a:cxnLst>
                    <a:cxn ang="0">
                      <a:pos x="1002" y="151"/>
                    </a:cxn>
                    <a:cxn ang="0">
                      <a:pos x="0" y="151"/>
                    </a:cxn>
                    <a:cxn ang="0">
                      <a:pos x="76" y="81"/>
                    </a:cxn>
                    <a:cxn ang="0">
                      <a:pos x="0" y="11"/>
                    </a:cxn>
                    <a:cxn ang="0">
                      <a:pos x="999" y="11"/>
                    </a:cxn>
                    <a:cxn ang="0">
                      <a:pos x="1006" y="11"/>
                    </a:cxn>
                    <a:cxn ang="0">
                      <a:pos x="1022" y="0"/>
                    </a:cxn>
                    <a:cxn ang="0">
                      <a:pos x="1022" y="139"/>
                    </a:cxn>
                    <a:cxn ang="0">
                      <a:pos x="1006" y="151"/>
                    </a:cxn>
                    <a:cxn ang="0">
                      <a:pos x="1002" y="151"/>
                    </a:cxn>
                  </a:cxnLst>
                  <a:rect l="0" t="0" r="r" b="b"/>
                  <a:pathLst>
                    <a:path w="1022" h="151">
                      <a:moveTo>
                        <a:pt x="1002" y="151"/>
                      </a:moveTo>
                      <a:cubicBezTo>
                        <a:pt x="0" y="151"/>
                        <a:pt x="0" y="151"/>
                        <a:pt x="0" y="151"/>
                      </a:cubicBezTo>
                      <a:cubicBezTo>
                        <a:pt x="76" y="81"/>
                        <a:pt x="76" y="81"/>
                        <a:pt x="76" y="8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999" y="11"/>
                        <a:pt x="999" y="11"/>
                        <a:pt x="999" y="11"/>
                      </a:cubicBezTo>
                      <a:cubicBezTo>
                        <a:pt x="1006" y="11"/>
                        <a:pt x="1006" y="11"/>
                        <a:pt x="1006" y="11"/>
                      </a:cubicBezTo>
                      <a:cubicBezTo>
                        <a:pt x="1014" y="11"/>
                        <a:pt x="1022" y="6"/>
                        <a:pt x="1022" y="0"/>
                      </a:cubicBezTo>
                      <a:cubicBezTo>
                        <a:pt x="1022" y="139"/>
                        <a:pt x="1022" y="139"/>
                        <a:pt x="1022" y="139"/>
                      </a:cubicBezTo>
                      <a:cubicBezTo>
                        <a:pt x="1022" y="146"/>
                        <a:pt x="1014" y="151"/>
                        <a:pt x="1006" y="151"/>
                      </a:cubicBezTo>
                      <a:lnTo>
                        <a:pt x="1002" y="151"/>
                      </a:lnTo>
                      <a:close/>
                    </a:path>
                  </a:pathLst>
                </a:custGeom>
                <a:solidFill>
                  <a:srgbClr val="00206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wrap="square" lIns="0" tIns="0" rIns="0" bIns="72000" rtlCol="0" anchor="ctr" anchorCtr="0">
                  <a:scene3d>
                    <a:camera prst="orthographicFront"/>
                    <a:lightRig rig="threePt" dir="t"/>
                  </a:scene3d>
                  <a:sp3d>
                    <a:bevelT w="0" h="38100"/>
                    <a:contourClr>
                      <a:srgbClr val="213165"/>
                    </a:contourClr>
                  </a:sp3d>
                </a:bodyPr>
                <a:lstStyle/>
                <a:p>
                  <a:pPr lvl="0" indent="-457200" algn="ctr">
                    <a:lnSpc>
                      <a:spcPct val="99600"/>
                    </a:lnSpc>
                    <a:spcBef>
                      <a:spcPct val="0"/>
                    </a:spcBef>
                  </a:pPr>
                  <a:r>
                    <a:rPr lang="ko-KR" altLang="en-US" sz="4000" b="1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latin typeface="+mj-ea"/>
                      <a:ea typeface="+mj-ea"/>
                    </a:rPr>
                    <a:t>사회적 비용 절감</a:t>
                  </a:r>
                  <a:endParaRPr lang="en-US" altLang="ko-KR" sz="4000" b="1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</p:grpSp>
        </p:grpSp>
        <p:sp>
          <p:nvSpPr>
            <p:cNvPr id="22" name="모서리가 둥근 직사각형 72">
              <a:extLst>
                <a:ext uri="{FF2B5EF4-FFF2-40B4-BE49-F238E27FC236}">
                  <a16:creationId xmlns:a16="http://schemas.microsoft.com/office/drawing/2014/main" id="{DD4D9C3E-F94B-E66A-D87C-97C4455589CE}"/>
                </a:ext>
              </a:extLst>
            </p:cNvPr>
            <p:cNvSpPr/>
            <p:nvPr/>
          </p:nvSpPr>
          <p:spPr>
            <a:xfrm>
              <a:off x="15405817" y="7128018"/>
              <a:ext cx="5744984" cy="5109715"/>
            </a:xfrm>
            <a:prstGeom prst="roundRect">
              <a:avLst>
                <a:gd name="adj" fmla="val 1678"/>
              </a:avLst>
            </a:prstGeom>
            <a:solidFill>
              <a:schemeClr val="bg1"/>
            </a:solidFill>
            <a:ln w="25400" algn="ctr">
              <a:noFill/>
              <a:round/>
              <a:headEnd/>
              <a:tailEnd/>
            </a:ln>
            <a:effectLst>
              <a:outerShdw blurRad="88900" algn="ctr" rotWithShape="0">
                <a:prstClr val="black">
                  <a:alpha val="77000"/>
                </a:prstClr>
              </a:outerShdw>
            </a:effectLst>
          </p:spPr>
          <p:txBody>
            <a:bodyPr vert="horz" wrap="none" lIns="182880" tIns="91440" rIns="182880" bIns="9144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 sz="3600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4452E01-0AFE-62CF-00A5-AB263AB967B1}"/>
                </a:ext>
              </a:extLst>
            </p:cNvPr>
            <p:cNvSpPr/>
            <p:nvPr/>
          </p:nvSpPr>
          <p:spPr>
            <a:xfrm>
              <a:off x="3336133" y="9200411"/>
              <a:ext cx="5473765" cy="2381934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marL="800100" lvl="1" indent="-342900" defTabSz="1371600">
                <a:lnSpc>
                  <a:spcPct val="15000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  <a:defRPr/>
              </a:pPr>
              <a:r>
                <a:rPr lang="ko-KR" altLang="en-US" sz="3200" b="1" dirty="0">
                  <a:latin typeface="+mj-ea"/>
                  <a:ea typeface="+mj-ea"/>
                </a:rPr>
                <a:t>사전 비상 </a:t>
              </a:r>
              <a:r>
                <a:rPr lang="ko-KR" altLang="en-US" sz="3200" b="1" dirty="0" err="1">
                  <a:latin typeface="+mj-ea"/>
                  <a:ea typeface="+mj-ea"/>
                </a:rPr>
                <a:t>근무조</a:t>
              </a:r>
              <a:r>
                <a:rPr lang="ko-KR" altLang="en-US" sz="3200" b="1" dirty="0">
                  <a:latin typeface="+mj-ea"/>
                  <a:ea typeface="+mj-ea"/>
                </a:rPr>
                <a:t> 편성 </a:t>
              </a:r>
              <a:endParaRPr lang="en-US" altLang="ko-KR" sz="3200" b="1" dirty="0">
                <a:latin typeface="+mj-ea"/>
                <a:ea typeface="+mj-ea"/>
              </a:endParaRPr>
            </a:p>
            <a:p>
              <a:pPr marL="800100" lvl="1" indent="-342900" defTabSz="1371600">
                <a:lnSpc>
                  <a:spcPct val="15000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  <a:defRPr/>
              </a:pPr>
              <a:r>
                <a:rPr lang="ko-KR" altLang="en-US" sz="3200" b="1" dirty="0">
                  <a:latin typeface="+mj-ea"/>
                  <a:ea typeface="+mj-ea"/>
                </a:rPr>
                <a:t>호흡기 치료 약물</a:t>
              </a:r>
              <a:r>
                <a:rPr lang="en-US" altLang="ko-KR" sz="3200" b="1" dirty="0">
                  <a:latin typeface="+mj-ea"/>
                  <a:ea typeface="+mj-ea"/>
                </a:rPr>
                <a:t> </a:t>
              </a:r>
              <a:r>
                <a:rPr lang="ko-KR" altLang="en-US" sz="3200" b="1" dirty="0">
                  <a:latin typeface="+mj-ea"/>
                  <a:ea typeface="+mj-ea"/>
                </a:rPr>
                <a:t>재고 집중 확보</a:t>
              </a:r>
              <a:endParaRPr lang="en-US" altLang="ko-KR" sz="3200" spc="-2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867B955-D3B4-CD1E-F2B1-0CF492237AF6}"/>
                </a:ext>
              </a:extLst>
            </p:cNvPr>
            <p:cNvSpPr/>
            <p:nvPr/>
          </p:nvSpPr>
          <p:spPr>
            <a:xfrm>
              <a:off x="15434531" y="9194320"/>
              <a:ext cx="5822940" cy="14893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00100" lvl="1" indent="-342900" defTabSz="1371600">
                <a:lnSpc>
                  <a:spcPct val="15000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  <a:defRPr/>
              </a:pPr>
              <a:r>
                <a:rPr lang="ko-KR" altLang="en-US" sz="3200" b="1" dirty="0">
                  <a:latin typeface="+mj-ea"/>
                  <a:ea typeface="+mj-ea"/>
                </a:rPr>
                <a:t>취약계층 시설에 </a:t>
              </a:r>
              <a:r>
                <a:rPr lang="ko-KR" altLang="en-US" sz="3200" b="1" dirty="0" err="1">
                  <a:latin typeface="+mj-ea"/>
                  <a:ea typeface="+mj-ea"/>
                </a:rPr>
                <a:t>선제적</a:t>
              </a:r>
              <a:r>
                <a:rPr lang="ko-KR" altLang="en-US" sz="3200" b="1" dirty="0">
                  <a:latin typeface="+mj-ea"/>
                  <a:ea typeface="+mj-ea"/>
                </a:rPr>
                <a:t> 행정 조치 시행</a:t>
              </a:r>
              <a:endParaRPr lang="en-US" altLang="ko-KR" sz="3200" b="1" dirty="0">
                <a:latin typeface="+mj-ea"/>
                <a:ea typeface="+mj-ea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288ECF77-730B-19A4-572D-F65B1981A683}"/>
                </a:ext>
              </a:extLst>
            </p:cNvPr>
            <p:cNvSpPr/>
            <p:nvPr/>
          </p:nvSpPr>
          <p:spPr>
            <a:xfrm>
              <a:off x="9431482" y="9194182"/>
              <a:ext cx="5822940" cy="16432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00100" lvl="1" indent="-342900" defTabSz="1371600">
                <a:lnSpc>
                  <a:spcPct val="15000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  <a:defRPr/>
              </a:pPr>
              <a:r>
                <a:rPr lang="ko-KR" altLang="en-US" sz="3200" b="1" dirty="0">
                  <a:latin typeface="+mj-ea"/>
                  <a:ea typeface="+mj-ea"/>
                </a:rPr>
                <a:t>행정 효율 극대화</a:t>
              </a:r>
              <a:endParaRPr lang="en-US" altLang="ko-KR" sz="3200" b="1" dirty="0">
                <a:latin typeface="+mj-ea"/>
                <a:ea typeface="+mj-ea"/>
              </a:endParaRPr>
            </a:p>
            <a:p>
              <a:pPr marL="800100" lvl="1" indent="-342900" defTabSz="1371600">
                <a:lnSpc>
                  <a:spcPct val="15000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  <a:defRPr/>
              </a:pPr>
              <a:r>
                <a:rPr lang="ko-KR" altLang="en-US" sz="3200" b="1" dirty="0">
                  <a:latin typeface="+mj-ea"/>
                  <a:ea typeface="+mj-ea"/>
                </a:rPr>
                <a:t>사회적 매몰 비용 최소화</a:t>
              </a:r>
              <a:endParaRPr lang="en-US" altLang="ko-KR" sz="3200" b="1" dirty="0">
                <a:latin typeface="+mj-ea"/>
                <a:ea typeface="+mj-ea"/>
              </a:endParaRPr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EC8B7DC2-D2C4-944F-142C-15AEDC91A526}"/>
                </a:ext>
              </a:extLst>
            </p:cNvPr>
            <p:cNvGrpSpPr/>
            <p:nvPr/>
          </p:nvGrpSpPr>
          <p:grpSpPr>
            <a:xfrm>
              <a:off x="3179693" y="7543342"/>
              <a:ext cx="5882162" cy="1009589"/>
              <a:chOff x="344488" y="1514438"/>
              <a:chExt cx="4295350" cy="622301"/>
            </a:xfrm>
          </p:grpSpPr>
          <p:sp>
            <p:nvSpPr>
              <p:cNvPr id="54" name="Freeform 24">
                <a:extLst>
                  <a:ext uri="{FF2B5EF4-FFF2-40B4-BE49-F238E27FC236}">
                    <a16:creationId xmlns:a16="http://schemas.microsoft.com/office/drawing/2014/main" id="{FE4EE20E-EECB-A5D3-86DC-B8CD3D29F304}"/>
                  </a:ext>
                </a:extLst>
              </p:cNvPr>
              <p:cNvSpPr>
                <a:spLocks/>
              </p:cNvSpPr>
              <p:nvPr/>
            </p:nvSpPr>
            <p:spPr bwMode="auto">
              <a:xfrm rot="21383485">
                <a:off x="4577269" y="1514438"/>
                <a:ext cx="60325" cy="88900"/>
              </a:xfrm>
              <a:custGeom>
                <a:avLst/>
                <a:gdLst/>
                <a:ahLst/>
                <a:cxnLst>
                  <a:cxn ang="0">
                    <a:pos x="0" y="23"/>
                  </a:cxn>
                  <a:cxn ang="0">
                    <a:pos x="16" y="12"/>
                  </a:cxn>
                  <a:cxn ang="0">
                    <a:pos x="0" y="0"/>
                  </a:cxn>
                  <a:cxn ang="0">
                    <a:pos x="0" y="23"/>
                  </a:cxn>
                </a:cxnLst>
                <a:rect l="0" t="0" r="r" b="b"/>
                <a:pathLst>
                  <a:path w="16" h="23">
                    <a:moveTo>
                      <a:pt x="0" y="23"/>
                    </a:moveTo>
                    <a:cubicBezTo>
                      <a:pt x="8" y="23"/>
                      <a:pt x="16" y="18"/>
                      <a:pt x="16" y="12"/>
                    </a:cubicBezTo>
                    <a:cubicBezTo>
                      <a:pt x="16" y="5"/>
                      <a:pt x="8" y="0"/>
                      <a:pt x="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36000" rtlCol="0" anchor="ctr" anchorCtr="0">
                <a:scene3d>
                  <a:camera prst="orthographicFront"/>
                  <a:lightRig rig="threePt" dir="t"/>
                </a:scene3d>
                <a:sp3d>
                  <a:bevelT w="0" h="38100"/>
                  <a:contourClr>
                    <a:srgbClr val="213165"/>
                  </a:contourClr>
                </a:sp3d>
              </a:bodyPr>
              <a:lstStyle/>
              <a:p>
                <a:pPr indent="-457200" algn="ctr" latinLnBrk="0">
                  <a:lnSpc>
                    <a:spcPct val="140000"/>
                  </a:lnSpc>
                  <a:spcBef>
                    <a:spcPct val="0"/>
                  </a:spcBef>
                </a:pPr>
                <a:endParaRPr lang="ko-KR" altLang="en-US" b="1" kern="0" spc="-70" dirty="0">
                  <a:ln cap="sq">
                    <a:solidFill>
                      <a:srgbClr val="4F81BD">
                        <a:alpha val="0"/>
                      </a:srgbClr>
                    </a:solidFill>
                    <a:miter lim="800000"/>
                  </a:ln>
                  <a:solidFill>
                    <a:prstClr val="white"/>
                  </a:solidFill>
                  <a:effectLst>
                    <a:outerShdw blurRad="50800" dir="5400000" algn="t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endParaRPr>
              </a:p>
            </p:txBody>
          </p:sp>
          <p:sp>
            <p:nvSpPr>
              <p:cNvPr id="55" name="Freeform 25">
                <a:extLst>
                  <a:ext uri="{FF2B5EF4-FFF2-40B4-BE49-F238E27FC236}">
                    <a16:creationId xmlns:a16="http://schemas.microsoft.com/office/drawing/2014/main" id="{1E72BFA5-F6D9-E592-FECF-9AC94239A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88" y="1514438"/>
                <a:ext cx="55563" cy="88900"/>
              </a:xfrm>
              <a:custGeom>
                <a:avLst/>
                <a:gdLst/>
                <a:ahLst/>
                <a:cxnLst>
                  <a:cxn ang="0">
                    <a:pos x="15" y="23"/>
                  </a:cxn>
                  <a:cxn ang="0">
                    <a:pos x="15" y="0"/>
                  </a:cxn>
                  <a:cxn ang="0">
                    <a:pos x="0" y="12"/>
                  </a:cxn>
                  <a:cxn ang="0">
                    <a:pos x="15" y="23"/>
                  </a:cxn>
                </a:cxnLst>
                <a:rect l="0" t="0" r="r" b="b"/>
                <a:pathLst>
                  <a:path w="15" h="23">
                    <a:moveTo>
                      <a:pt x="15" y="23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5"/>
                      <a:pt x="0" y="12"/>
                    </a:cubicBezTo>
                    <a:cubicBezTo>
                      <a:pt x="0" y="18"/>
                      <a:pt x="7" y="23"/>
                      <a:pt x="15" y="23"/>
                    </a:cubicBezTo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36000" rtlCol="0" anchor="ctr" anchorCtr="0">
                <a:scene3d>
                  <a:camera prst="orthographicFront"/>
                  <a:lightRig rig="threePt" dir="t"/>
                </a:scene3d>
                <a:sp3d>
                  <a:bevelT w="0" h="38100"/>
                  <a:contourClr>
                    <a:srgbClr val="213165"/>
                  </a:contourClr>
                </a:sp3d>
              </a:bodyPr>
              <a:lstStyle/>
              <a:p>
                <a:pPr indent="-457200" algn="ctr" latinLnBrk="0">
                  <a:lnSpc>
                    <a:spcPct val="140000"/>
                  </a:lnSpc>
                  <a:spcBef>
                    <a:spcPct val="0"/>
                  </a:spcBef>
                </a:pPr>
                <a:endParaRPr lang="ko-KR" altLang="en-US" b="1" kern="0" spc="-70" dirty="0">
                  <a:ln cap="sq">
                    <a:solidFill>
                      <a:srgbClr val="4F81BD">
                        <a:alpha val="0"/>
                      </a:srgbClr>
                    </a:solidFill>
                    <a:miter lim="800000"/>
                  </a:ln>
                  <a:solidFill>
                    <a:prstClr val="white"/>
                  </a:solidFill>
                  <a:effectLst>
                    <a:outerShdw blurRad="50800" dir="5400000" algn="t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endParaRPr>
              </a:p>
            </p:txBody>
          </p:sp>
          <p:sp>
            <p:nvSpPr>
              <p:cNvPr id="56" name="Freeform 27">
                <a:extLst>
                  <a:ext uri="{FF2B5EF4-FFF2-40B4-BE49-F238E27FC236}">
                    <a16:creationId xmlns:a16="http://schemas.microsoft.com/office/drawing/2014/main" id="{83CD40C3-0B54-B2FC-9658-B44CB4C04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88" y="1560476"/>
                <a:ext cx="665163" cy="576263"/>
              </a:xfrm>
              <a:custGeom>
                <a:avLst/>
                <a:gdLst/>
                <a:ahLst/>
                <a:cxnLst>
                  <a:cxn ang="0">
                    <a:pos x="19" y="151"/>
                  </a:cxn>
                  <a:cxn ang="0">
                    <a:pos x="103" y="151"/>
                  </a:cxn>
                  <a:cxn ang="0">
                    <a:pos x="177" y="81"/>
                  </a:cxn>
                  <a:cxn ang="0">
                    <a:pos x="102" y="11"/>
                  </a:cxn>
                  <a:cxn ang="0">
                    <a:pos x="22" y="11"/>
                  </a:cxn>
                  <a:cxn ang="0">
                    <a:pos x="15" y="11"/>
                  </a:cxn>
                  <a:cxn ang="0">
                    <a:pos x="0" y="0"/>
                  </a:cxn>
                  <a:cxn ang="0">
                    <a:pos x="0" y="139"/>
                  </a:cxn>
                  <a:cxn ang="0">
                    <a:pos x="15" y="151"/>
                  </a:cxn>
                  <a:cxn ang="0">
                    <a:pos x="19" y="151"/>
                  </a:cxn>
                </a:cxnLst>
                <a:rect l="0" t="0" r="r" b="b"/>
                <a:pathLst>
                  <a:path w="177" h="151">
                    <a:moveTo>
                      <a:pt x="19" y="151"/>
                    </a:moveTo>
                    <a:cubicBezTo>
                      <a:pt x="103" y="151"/>
                      <a:pt x="103" y="151"/>
                      <a:pt x="103" y="151"/>
                    </a:cubicBezTo>
                    <a:cubicBezTo>
                      <a:pt x="177" y="81"/>
                      <a:pt x="177" y="81"/>
                      <a:pt x="177" y="81"/>
                    </a:cubicBezTo>
                    <a:cubicBezTo>
                      <a:pt x="102" y="11"/>
                      <a:pt x="102" y="11"/>
                      <a:pt x="10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7" y="11"/>
                      <a:pt x="0" y="6"/>
                      <a:pt x="0" y="0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46"/>
                      <a:pt x="7" y="151"/>
                      <a:pt x="15" y="151"/>
                    </a:cubicBezTo>
                    <a:lnTo>
                      <a:pt x="19" y="151"/>
                    </a:lnTo>
                    <a:close/>
                  </a:path>
                </a:pathLst>
              </a:custGeom>
              <a:solidFill>
                <a:srgbClr val="00206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36000" rtlCol="0" anchor="ctr" anchorCtr="0">
                <a:scene3d>
                  <a:camera prst="orthographicFront"/>
                  <a:lightRig rig="threePt" dir="t"/>
                </a:scene3d>
                <a:sp3d>
                  <a:bevelT w="0" h="38100"/>
                  <a:contourClr>
                    <a:srgbClr val="213165"/>
                  </a:contourClr>
                </a:sp3d>
              </a:bodyPr>
              <a:lstStyle/>
              <a:p>
                <a:pPr indent="-457200" algn="ctr" latinLnBrk="0">
                  <a:lnSpc>
                    <a:spcPct val="140000"/>
                  </a:lnSpc>
                  <a:spcBef>
                    <a:spcPct val="0"/>
                  </a:spcBef>
                </a:pPr>
                <a:endParaRPr lang="ko-KR" altLang="en-US" b="1" kern="0" spc="-70" dirty="0">
                  <a:ln cap="sq">
                    <a:solidFill>
                      <a:srgbClr val="4F81BD">
                        <a:alpha val="0"/>
                      </a:srgbClr>
                    </a:solidFill>
                    <a:miter lim="800000"/>
                  </a:ln>
                  <a:solidFill>
                    <a:prstClr val="white"/>
                  </a:solidFill>
                  <a:effectLst>
                    <a:outerShdw blurRad="50800" dir="5400000" algn="t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endParaRPr>
              </a:p>
            </p:txBody>
          </p:sp>
          <p:sp>
            <p:nvSpPr>
              <p:cNvPr id="57" name="Freeform 26">
                <a:extLst>
                  <a:ext uri="{FF2B5EF4-FFF2-40B4-BE49-F238E27FC236}">
                    <a16:creationId xmlns:a16="http://schemas.microsoft.com/office/drawing/2014/main" id="{6540DC88-243E-171A-2564-CCAF749452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81" y="1560476"/>
                <a:ext cx="4213757" cy="576263"/>
              </a:xfrm>
              <a:custGeom>
                <a:avLst/>
                <a:gdLst/>
                <a:ahLst/>
                <a:cxnLst>
                  <a:cxn ang="0">
                    <a:pos x="1002" y="151"/>
                  </a:cxn>
                  <a:cxn ang="0">
                    <a:pos x="0" y="151"/>
                  </a:cxn>
                  <a:cxn ang="0">
                    <a:pos x="76" y="81"/>
                  </a:cxn>
                  <a:cxn ang="0">
                    <a:pos x="0" y="11"/>
                  </a:cxn>
                  <a:cxn ang="0">
                    <a:pos x="999" y="11"/>
                  </a:cxn>
                  <a:cxn ang="0">
                    <a:pos x="1006" y="11"/>
                  </a:cxn>
                  <a:cxn ang="0">
                    <a:pos x="1022" y="0"/>
                  </a:cxn>
                  <a:cxn ang="0">
                    <a:pos x="1022" y="139"/>
                  </a:cxn>
                  <a:cxn ang="0">
                    <a:pos x="1006" y="151"/>
                  </a:cxn>
                  <a:cxn ang="0">
                    <a:pos x="1002" y="151"/>
                  </a:cxn>
                </a:cxnLst>
                <a:rect l="0" t="0" r="r" b="b"/>
                <a:pathLst>
                  <a:path w="1022" h="151">
                    <a:moveTo>
                      <a:pt x="1002" y="151"/>
                    </a:moveTo>
                    <a:cubicBezTo>
                      <a:pt x="0" y="151"/>
                      <a:pt x="0" y="151"/>
                      <a:pt x="0" y="151"/>
                    </a:cubicBezTo>
                    <a:cubicBezTo>
                      <a:pt x="76" y="81"/>
                      <a:pt x="76" y="81"/>
                      <a:pt x="76" y="8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999" y="11"/>
                      <a:pt x="999" y="11"/>
                      <a:pt x="999" y="11"/>
                    </a:cubicBezTo>
                    <a:cubicBezTo>
                      <a:pt x="1006" y="11"/>
                      <a:pt x="1006" y="11"/>
                      <a:pt x="1006" y="11"/>
                    </a:cubicBezTo>
                    <a:cubicBezTo>
                      <a:pt x="1014" y="11"/>
                      <a:pt x="1022" y="6"/>
                      <a:pt x="1022" y="0"/>
                    </a:cubicBezTo>
                    <a:cubicBezTo>
                      <a:pt x="1022" y="139"/>
                      <a:pt x="1022" y="139"/>
                      <a:pt x="1022" y="139"/>
                    </a:cubicBezTo>
                    <a:cubicBezTo>
                      <a:pt x="1022" y="146"/>
                      <a:pt x="1014" y="151"/>
                      <a:pt x="1006" y="151"/>
                    </a:cubicBezTo>
                    <a:lnTo>
                      <a:pt x="1002" y="151"/>
                    </a:lnTo>
                    <a:close/>
                  </a:path>
                </a:pathLst>
              </a:custGeom>
              <a:solidFill>
                <a:srgbClr val="00206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36000" rtlCol="0" anchor="ctr" anchorCtr="0">
                <a:scene3d>
                  <a:camera prst="orthographicFront"/>
                  <a:lightRig rig="threePt" dir="t"/>
                </a:scene3d>
                <a:sp3d>
                  <a:bevelT w="0" h="38100"/>
                  <a:contourClr>
                    <a:srgbClr val="213165"/>
                  </a:contourClr>
                </a:sp3d>
              </a:bodyPr>
              <a:lstStyle/>
              <a:p>
                <a:pPr indent="-457200" algn="ctr">
                  <a:spcBef>
                    <a:spcPct val="0"/>
                  </a:spcBef>
                </a:pPr>
                <a:r>
                  <a:rPr lang="ko-KR" altLang="en-US" sz="4000" b="1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  <a:cs typeface="Pretendard Light"/>
                  </a:rPr>
                  <a:t>의료자원 최적배치</a:t>
                </a:r>
                <a:endParaRPr lang="en-US" altLang="ko-KR" sz="4000" b="1" kern="0" dirty="0">
                  <a:ln cap="sq">
                    <a:solidFill>
                      <a:schemeClr val="bg1"/>
                    </a:solidFill>
                    <a:miter lim="800000"/>
                  </a:ln>
                  <a:solidFill>
                    <a:schemeClr val="bg1"/>
                  </a:solidFill>
                  <a:effectLst>
                    <a:outerShdw blurRad="50800" dir="5400000" algn="t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endParaRPr>
              </a:p>
            </p:txBody>
          </p:sp>
        </p:grp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0305313-339D-9098-CCF2-51D0CD47268C}"/>
                </a:ext>
              </a:extLst>
            </p:cNvPr>
            <p:cNvSpPr/>
            <p:nvPr/>
          </p:nvSpPr>
          <p:spPr>
            <a:xfrm>
              <a:off x="3421353" y="7944717"/>
              <a:ext cx="184730" cy="34015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 latinLnBrk="0">
                <a:lnSpc>
                  <a:spcPct val="110000"/>
                </a:lnSpc>
                <a:defRPr/>
              </a:pPr>
              <a:endParaRPr lang="ko-KR" altLang="en-US" sz="16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j-ea"/>
                <a:ea typeface="+mj-ea"/>
                <a:cs typeface="Arial" pitchFamily="34" charset="0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7611343B-106C-A876-E667-ACB104844821}"/>
                </a:ext>
              </a:extLst>
            </p:cNvPr>
            <p:cNvGrpSpPr/>
            <p:nvPr/>
          </p:nvGrpSpPr>
          <p:grpSpPr>
            <a:xfrm>
              <a:off x="15333389" y="7527603"/>
              <a:ext cx="5889840" cy="1000599"/>
              <a:chOff x="9313632" y="7544409"/>
              <a:chExt cx="5889840" cy="1000599"/>
            </a:xfrm>
          </p:grpSpPr>
          <p:sp>
            <p:nvSpPr>
              <p:cNvPr id="13" name="Freeform 24">
                <a:extLst>
                  <a:ext uri="{FF2B5EF4-FFF2-40B4-BE49-F238E27FC236}">
                    <a16:creationId xmlns:a16="http://schemas.microsoft.com/office/drawing/2014/main" id="{A46D62A5-0076-4B16-1E62-7D3BA0114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1608" y="7545071"/>
                <a:ext cx="83281" cy="143160"/>
              </a:xfrm>
              <a:custGeom>
                <a:avLst/>
                <a:gdLst/>
                <a:ahLst/>
                <a:cxnLst>
                  <a:cxn ang="0">
                    <a:pos x="0" y="23"/>
                  </a:cxn>
                  <a:cxn ang="0">
                    <a:pos x="16" y="12"/>
                  </a:cxn>
                  <a:cxn ang="0">
                    <a:pos x="0" y="0"/>
                  </a:cxn>
                  <a:cxn ang="0">
                    <a:pos x="0" y="23"/>
                  </a:cxn>
                </a:cxnLst>
                <a:rect l="0" t="0" r="r" b="b"/>
                <a:pathLst>
                  <a:path w="16" h="23">
                    <a:moveTo>
                      <a:pt x="0" y="23"/>
                    </a:moveTo>
                    <a:cubicBezTo>
                      <a:pt x="8" y="23"/>
                      <a:pt x="16" y="18"/>
                      <a:pt x="16" y="12"/>
                    </a:cubicBezTo>
                    <a:cubicBezTo>
                      <a:pt x="16" y="5"/>
                      <a:pt x="8" y="0"/>
                      <a:pt x="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215968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72000" rtlCol="0" anchor="ctr" anchorCtr="0">
                <a:scene3d>
                  <a:camera prst="orthographicFront"/>
                  <a:lightRig rig="threePt" dir="t"/>
                </a:scene3d>
                <a:sp3d>
                  <a:bevelT w="0" h="38100"/>
                  <a:contourClr>
                    <a:srgbClr val="213165"/>
                  </a:contourClr>
                </a:sp3d>
              </a:bodyPr>
              <a:lstStyle/>
              <a:p>
                <a:pPr indent="-914400" algn="ctr">
                  <a:lnSpc>
                    <a:spcPct val="140000"/>
                  </a:lnSpc>
                  <a:spcBef>
                    <a:spcPct val="0"/>
                  </a:spcBef>
                </a:pPr>
                <a:endParaRPr lang="ko-KR" altLang="en-US" sz="3600" b="1" kern="0" spc="-140" dirty="0">
                  <a:ln cap="sq">
                    <a:solidFill>
                      <a:srgbClr val="4F81BD">
                        <a:alpha val="0"/>
                      </a:srgbClr>
                    </a:solidFill>
                    <a:miter lim="800000"/>
                  </a:ln>
                  <a:solidFill>
                    <a:prstClr val="white"/>
                  </a:solidFill>
                  <a:effectLst>
                    <a:outerShdw blurRad="50800" dir="5400000" algn="t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endParaRPr>
              </a:p>
            </p:txBody>
          </p:sp>
          <p:sp>
            <p:nvSpPr>
              <p:cNvPr id="14" name="Freeform 25">
                <a:extLst>
                  <a:ext uri="{FF2B5EF4-FFF2-40B4-BE49-F238E27FC236}">
                    <a16:creationId xmlns:a16="http://schemas.microsoft.com/office/drawing/2014/main" id="{3128DD70-61E3-5911-9879-DB52CE796A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3632" y="7544409"/>
                <a:ext cx="76707" cy="143160"/>
              </a:xfrm>
              <a:custGeom>
                <a:avLst/>
                <a:gdLst/>
                <a:ahLst/>
                <a:cxnLst>
                  <a:cxn ang="0">
                    <a:pos x="15" y="23"/>
                  </a:cxn>
                  <a:cxn ang="0">
                    <a:pos x="15" y="0"/>
                  </a:cxn>
                  <a:cxn ang="0">
                    <a:pos x="0" y="12"/>
                  </a:cxn>
                  <a:cxn ang="0">
                    <a:pos x="15" y="23"/>
                  </a:cxn>
                </a:cxnLst>
                <a:rect l="0" t="0" r="r" b="b"/>
                <a:pathLst>
                  <a:path w="15" h="23">
                    <a:moveTo>
                      <a:pt x="15" y="23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5"/>
                      <a:pt x="0" y="12"/>
                    </a:cubicBezTo>
                    <a:cubicBezTo>
                      <a:pt x="0" y="18"/>
                      <a:pt x="7" y="23"/>
                      <a:pt x="15" y="23"/>
                    </a:cubicBezTo>
                  </a:path>
                </a:pathLst>
              </a:custGeom>
              <a:solidFill>
                <a:srgbClr val="215968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72000" rtlCol="0" anchor="ctr" anchorCtr="0">
                <a:scene3d>
                  <a:camera prst="orthographicFront"/>
                  <a:lightRig rig="threePt" dir="t"/>
                </a:scene3d>
                <a:sp3d>
                  <a:bevelT w="0" h="38100"/>
                  <a:contourClr>
                    <a:srgbClr val="213165"/>
                  </a:contourClr>
                </a:sp3d>
              </a:bodyPr>
              <a:lstStyle/>
              <a:p>
                <a:pPr indent="-914400" algn="ctr">
                  <a:lnSpc>
                    <a:spcPct val="140000"/>
                  </a:lnSpc>
                  <a:spcBef>
                    <a:spcPct val="0"/>
                  </a:spcBef>
                </a:pPr>
                <a:endParaRPr lang="ko-KR" altLang="en-US" sz="3600" b="1" kern="0" spc="-140" dirty="0">
                  <a:ln cap="sq">
                    <a:solidFill>
                      <a:srgbClr val="4F81BD">
                        <a:alpha val="0"/>
                      </a:srgbClr>
                    </a:solidFill>
                    <a:miter lim="800000"/>
                  </a:ln>
                  <a:solidFill>
                    <a:prstClr val="white"/>
                  </a:solidFill>
                  <a:effectLst>
                    <a:outerShdw blurRad="50800" dir="5400000" algn="t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1ED3DFE2-E97E-B2AB-AE7D-3054E2096C44}"/>
                  </a:ext>
                </a:extLst>
              </p:cNvPr>
              <p:cNvGrpSpPr/>
              <p:nvPr/>
            </p:nvGrpSpPr>
            <p:grpSpPr>
              <a:xfrm>
                <a:off x="9315016" y="7615455"/>
                <a:ext cx="5888456" cy="929553"/>
                <a:chOff x="1828800" y="5192602"/>
                <a:chExt cx="5888456" cy="929553"/>
              </a:xfrm>
            </p:grpSpPr>
            <p:sp>
              <p:nvSpPr>
                <p:cNvPr id="16" name="Freeform 27">
                  <a:extLst>
                    <a:ext uri="{FF2B5EF4-FFF2-40B4-BE49-F238E27FC236}">
                      <a16:creationId xmlns:a16="http://schemas.microsoft.com/office/drawing/2014/main" id="{F40C55D4-D620-2E08-AAF6-8247B265CD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8800" y="5194168"/>
                  <a:ext cx="674251" cy="927987"/>
                </a:xfrm>
                <a:custGeom>
                  <a:avLst/>
                  <a:gdLst/>
                  <a:ahLst/>
                  <a:cxnLst>
                    <a:cxn ang="0">
                      <a:pos x="19" y="151"/>
                    </a:cxn>
                    <a:cxn ang="0">
                      <a:pos x="103" y="151"/>
                    </a:cxn>
                    <a:cxn ang="0">
                      <a:pos x="177" y="81"/>
                    </a:cxn>
                    <a:cxn ang="0">
                      <a:pos x="102" y="11"/>
                    </a:cxn>
                    <a:cxn ang="0">
                      <a:pos x="22" y="11"/>
                    </a:cxn>
                    <a:cxn ang="0">
                      <a:pos x="15" y="11"/>
                    </a:cxn>
                    <a:cxn ang="0">
                      <a:pos x="0" y="0"/>
                    </a:cxn>
                    <a:cxn ang="0">
                      <a:pos x="0" y="139"/>
                    </a:cxn>
                    <a:cxn ang="0">
                      <a:pos x="15" y="151"/>
                    </a:cxn>
                    <a:cxn ang="0">
                      <a:pos x="19" y="151"/>
                    </a:cxn>
                  </a:cxnLst>
                  <a:rect l="0" t="0" r="r" b="b"/>
                  <a:pathLst>
                    <a:path w="177" h="151">
                      <a:moveTo>
                        <a:pt x="19" y="151"/>
                      </a:moveTo>
                      <a:cubicBezTo>
                        <a:pt x="103" y="151"/>
                        <a:pt x="103" y="151"/>
                        <a:pt x="103" y="151"/>
                      </a:cubicBezTo>
                      <a:cubicBezTo>
                        <a:pt x="177" y="81"/>
                        <a:pt x="177" y="81"/>
                        <a:pt x="177" y="81"/>
                      </a:cubicBezTo>
                      <a:cubicBezTo>
                        <a:pt x="102" y="11"/>
                        <a:pt x="102" y="11"/>
                        <a:pt x="102" y="11"/>
                      </a:cubicBezTo>
                      <a:cubicBezTo>
                        <a:pt x="22" y="11"/>
                        <a:pt x="22" y="11"/>
                        <a:pt x="22" y="11"/>
                      </a:cubicBez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7" y="11"/>
                        <a:pt x="0" y="6"/>
                        <a:pt x="0" y="0"/>
                      </a:cubicBezTo>
                      <a:cubicBezTo>
                        <a:pt x="0" y="139"/>
                        <a:pt x="0" y="139"/>
                        <a:pt x="0" y="139"/>
                      </a:cubicBezTo>
                      <a:cubicBezTo>
                        <a:pt x="0" y="146"/>
                        <a:pt x="7" y="151"/>
                        <a:pt x="15" y="151"/>
                      </a:cubicBezTo>
                      <a:lnTo>
                        <a:pt x="19" y="151"/>
                      </a:lnTo>
                      <a:close/>
                    </a:path>
                  </a:pathLst>
                </a:custGeom>
                <a:solidFill>
                  <a:srgbClr val="00206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wrap="square" lIns="0" tIns="0" rIns="0" bIns="72000" rtlCol="0" anchor="ctr" anchorCtr="0">
                  <a:scene3d>
                    <a:camera prst="orthographicFront"/>
                    <a:lightRig rig="threePt" dir="t"/>
                  </a:scene3d>
                  <a:sp3d>
                    <a:bevelT w="0" h="38100"/>
                    <a:contourClr>
                      <a:srgbClr val="213165"/>
                    </a:contourClr>
                  </a:sp3d>
                </a:bodyPr>
                <a:lstStyle/>
                <a:p>
                  <a:pPr indent="-914400" algn="ctr">
                    <a:lnSpc>
                      <a:spcPct val="140000"/>
                    </a:lnSpc>
                    <a:spcBef>
                      <a:spcPct val="0"/>
                    </a:spcBef>
                  </a:pPr>
                  <a:endParaRPr lang="ko-KR" altLang="en-US" sz="3600" b="1" kern="0" spc="-140" dirty="0">
                    <a:ln cap="sq">
                      <a:solidFill>
                        <a:srgbClr val="4F81BD">
                          <a:alpha val="0"/>
                        </a:srgbClr>
                      </a:solidFill>
                      <a:miter lim="800000"/>
                    </a:ln>
                    <a:solidFill>
                      <a:prstClr val="white"/>
                    </a:solidFill>
                    <a:effectLst>
                      <a:outerShdw blurRad="50800" dir="5400000" algn="t" rotWithShape="0">
                        <a:prstClr val="black">
                          <a:alpha val="20000"/>
                        </a:prstClr>
                      </a:outerShdw>
                    </a:effectLst>
                    <a:latin typeface="+mj-ea"/>
                    <a:ea typeface="+mj-ea"/>
                  </a:endParaRPr>
                </a:p>
              </p:txBody>
            </p:sp>
            <p:sp>
              <p:nvSpPr>
                <p:cNvPr id="33" name="Freeform 26">
                  <a:extLst>
                    <a:ext uri="{FF2B5EF4-FFF2-40B4-BE49-F238E27FC236}">
                      <a16:creationId xmlns:a16="http://schemas.microsoft.com/office/drawing/2014/main" id="{38FCA0C9-BFFF-9FD7-7C20-EF97F5F7C4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8800" y="5192602"/>
                  <a:ext cx="5888456" cy="927987"/>
                </a:xfrm>
                <a:custGeom>
                  <a:avLst/>
                  <a:gdLst/>
                  <a:ahLst/>
                  <a:cxnLst>
                    <a:cxn ang="0">
                      <a:pos x="1002" y="151"/>
                    </a:cxn>
                    <a:cxn ang="0">
                      <a:pos x="0" y="151"/>
                    </a:cxn>
                    <a:cxn ang="0">
                      <a:pos x="76" y="81"/>
                    </a:cxn>
                    <a:cxn ang="0">
                      <a:pos x="0" y="11"/>
                    </a:cxn>
                    <a:cxn ang="0">
                      <a:pos x="999" y="11"/>
                    </a:cxn>
                    <a:cxn ang="0">
                      <a:pos x="1006" y="11"/>
                    </a:cxn>
                    <a:cxn ang="0">
                      <a:pos x="1022" y="0"/>
                    </a:cxn>
                    <a:cxn ang="0">
                      <a:pos x="1022" y="139"/>
                    </a:cxn>
                    <a:cxn ang="0">
                      <a:pos x="1006" y="151"/>
                    </a:cxn>
                    <a:cxn ang="0">
                      <a:pos x="1002" y="151"/>
                    </a:cxn>
                  </a:cxnLst>
                  <a:rect l="0" t="0" r="r" b="b"/>
                  <a:pathLst>
                    <a:path w="1022" h="151">
                      <a:moveTo>
                        <a:pt x="1002" y="151"/>
                      </a:moveTo>
                      <a:cubicBezTo>
                        <a:pt x="0" y="151"/>
                        <a:pt x="0" y="151"/>
                        <a:pt x="0" y="151"/>
                      </a:cubicBezTo>
                      <a:cubicBezTo>
                        <a:pt x="76" y="81"/>
                        <a:pt x="76" y="81"/>
                        <a:pt x="76" y="8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999" y="11"/>
                        <a:pt x="999" y="11"/>
                        <a:pt x="999" y="11"/>
                      </a:cubicBezTo>
                      <a:cubicBezTo>
                        <a:pt x="1006" y="11"/>
                        <a:pt x="1006" y="11"/>
                        <a:pt x="1006" y="11"/>
                      </a:cubicBezTo>
                      <a:cubicBezTo>
                        <a:pt x="1014" y="11"/>
                        <a:pt x="1022" y="6"/>
                        <a:pt x="1022" y="0"/>
                      </a:cubicBezTo>
                      <a:cubicBezTo>
                        <a:pt x="1022" y="139"/>
                        <a:pt x="1022" y="139"/>
                        <a:pt x="1022" y="139"/>
                      </a:cubicBezTo>
                      <a:cubicBezTo>
                        <a:pt x="1022" y="146"/>
                        <a:pt x="1014" y="151"/>
                        <a:pt x="1006" y="151"/>
                      </a:cubicBezTo>
                      <a:lnTo>
                        <a:pt x="1002" y="151"/>
                      </a:lnTo>
                      <a:close/>
                    </a:path>
                  </a:pathLst>
                </a:custGeom>
                <a:solidFill>
                  <a:srgbClr val="00206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wrap="square" lIns="0" tIns="0" rIns="0" bIns="72000" rtlCol="0" anchor="ctr" anchorCtr="0">
                  <a:scene3d>
                    <a:camera prst="orthographicFront"/>
                    <a:lightRig rig="threePt" dir="t"/>
                  </a:scene3d>
                  <a:sp3d>
                    <a:bevelT w="0" h="38100"/>
                    <a:contourClr>
                      <a:srgbClr val="213165"/>
                    </a:contourClr>
                  </a:sp3d>
                </a:bodyPr>
                <a:lstStyle/>
                <a:p>
                  <a:pPr lvl="0" indent="-457200" algn="ctr">
                    <a:lnSpc>
                      <a:spcPct val="99600"/>
                    </a:lnSpc>
                    <a:spcBef>
                      <a:spcPct val="0"/>
                    </a:spcBef>
                  </a:pPr>
                  <a:r>
                    <a:rPr lang="ko-KR" altLang="en-US" sz="4000" b="1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latin typeface="+mj-ea"/>
                      <a:ea typeface="+mj-ea"/>
                    </a:rPr>
                    <a:t>고위험군 맞춤 보호</a:t>
                  </a:r>
                  <a:endParaRPr lang="en-US" altLang="ko-KR" sz="4000" b="1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</p:grpSp>
        </p:grpSp>
      </p:grp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38E32B72-EFD2-0681-653B-5CD451FA4158}"/>
              </a:ext>
            </a:extLst>
          </p:cNvPr>
          <p:cNvSpPr/>
          <p:nvPr/>
        </p:nvSpPr>
        <p:spPr>
          <a:xfrm>
            <a:off x="3495965" y="2383802"/>
            <a:ext cx="17822071" cy="3147332"/>
          </a:xfrm>
          <a:custGeom>
            <a:avLst/>
            <a:gdLst>
              <a:gd name="csX0" fmla="*/ 360340 w 17822071"/>
              <a:gd name="csY0" fmla="*/ 0 h 3086583"/>
              <a:gd name="csX1" fmla="*/ 17822071 w 17822071"/>
              <a:gd name="csY1" fmla="*/ 0 h 3086583"/>
              <a:gd name="csX2" fmla="*/ 17822071 w 17822071"/>
              <a:gd name="csY2" fmla="*/ 1801659 h 3086583"/>
              <a:gd name="csX3" fmla="*/ 17461731 w 17822071"/>
              <a:gd name="csY3" fmla="*/ 2161999 h 3086583"/>
              <a:gd name="csX4" fmla="*/ 9104658 w 17822071"/>
              <a:gd name="csY4" fmla="*/ 2161999 h 3086583"/>
              <a:gd name="csX5" fmla="*/ 9104658 w 17822071"/>
              <a:gd name="csY5" fmla="*/ 2586004 h 3086583"/>
              <a:gd name="csX6" fmla="*/ 9371358 w 17822071"/>
              <a:gd name="csY6" fmla="*/ 2586004 h 3086583"/>
              <a:gd name="csX7" fmla="*/ 8837958 w 17822071"/>
              <a:gd name="csY7" fmla="*/ 3086583 h 3086583"/>
              <a:gd name="csX8" fmla="*/ 8304558 w 17822071"/>
              <a:gd name="csY8" fmla="*/ 2586004 h 3086583"/>
              <a:gd name="csX9" fmla="*/ 8571258 w 17822071"/>
              <a:gd name="csY9" fmla="*/ 2586004 h 3086583"/>
              <a:gd name="csX10" fmla="*/ 8571258 w 17822071"/>
              <a:gd name="csY10" fmla="*/ 2161999 h 3086583"/>
              <a:gd name="csX11" fmla="*/ 0 w 17822071"/>
              <a:gd name="csY11" fmla="*/ 2161999 h 3086583"/>
              <a:gd name="csX12" fmla="*/ 0 w 17822071"/>
              <a:gd name="csY12" fmla="*/ 360340 h 3086583"/>
              <a:gd name="csX13" fmla="*/ 360340 w 17822071"/>
              <a:gd name="csY13" fmla="*/ 0 h 3086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7822071" h="3086583">
                <a:moveTo>
                  <a:pt x="360340" y="0"/>
                </a:moveTo>
                <a:lnTo>
                  <a:pt x="17822071" y="0"/>
                </a:lnTo>
                <a:lnTo>
                  <a:pt x="17822071" y="1801659"/>
                </a:lnTo>
                <a:cubicBezTo>
                  <a:pt x="17822071" y="2000669"/>
                  <a:pt x="17660739" y="2161999"/>
                  <a:pt x="17461731" y="2161999"/>
                </a:cubicBezTo>
                <a:lnTo>
                  <a:pt x="9104658" y="2161999"/>
                </a:lnTo>
                <a:lnTo>
                  <a:pt x="9104658" y="2586004"/>
                </a:lnTo>
                <a:lnTo>
                  <a:pt x="9371358" y="2586004"/>
                </a:lnTo>
                <a:lnTo>
                  <a:pt x="8837958" y="3086583"/>
                </a:lnTo>
                <a:lnTo>
                  <a:pt x="8304558" y="2586004"/>
                </a:lnTo>
                <a:lnTo>
                  <a:pt x="8571258" y="2586004"/>
                </a:lnTo>
                <a:lnTo>
                  <a:pt x="8571258" y="2161999"/>
                </a:lnTo>
                <a:lnTo>
                  <a:pt x="0" y="2161999"/>
                </a:lnTo>
                <a:lnTo>
                  <a:pt x="0" y="360340"/>
                </a:lnTo>
                <a:cubicBezTo>
                  <a:pt x="0" y="161330"/>
                  <a:pt x="161330" y="0"/>
                  <a:pt x="360340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16199"/>
              </a:lnSpc>
            </a:pPr>
            <a:endParaRPr lang="en-US" altLang="ko-KR" sz="4000" dirty="0">
              <a:ln>
                <a:solidFill>
                  <a:schemeClr val="accent6">
                    <a:lumMod val="50000"/>
                  </a:schemeClr>
                </a:solidFill>
              </a:ln>
              <a:solidFill>
                <a:srgbClr val="F27036"/>
              </a:solidFill>
              <a:latin typeface="+mj-ea"/>
              <a:ea typeface="+mj-ea"/>
              <a:cs typeface="Pretendard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22BFE-C2B5-1AC2-06EC-F9AEAA6CDD5E}"/>
              </a:ext>
            </a:extLst>
          </p:cNvPr>
          <p:cNvSpPr txBox="1"/>
          <p:nvPr/>
        </p:nvSpPr>
        <p:spPr>
          <a:xfrm>
            <a:off x="10869574" y="5948332"/>
            <a:ext cx="3153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rPr>
              <a:t>기대효과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FBAE8A-B242-84BB-B7B4-84C4583494EE}"/>
              </a:ext>
            </a:extLst>
          </p:cNvPr>
          <p:cNvSpPr txBox="1"/>
          <p:nvPr/>
        </p:nvSpPr>
        <p:spPr>
          <a:xfrm>
            <a:off x="3886200" y="3134029"/>
            <a:ext cx="173485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n w="9525"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j-ea"/>
                <a:cs typeface="Pretendard Light"/>
              </a:rPr>
              <a:t>미세먼지 발병 시차</a:t>
            </a:r>
            <a:r>
              <a:rPr lang="en-US" altLang="ko-KR" sz="4000" dirty="0">
                <a:ln w="9525"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j-ea"/>
                <a:cs typeface="Pretendard Light"/>
              </a:rPr>
              <a:t>(Time-Lag)</a:t>
            </a:r>
            <a:r>
              <a:rPr lang="ko-KR" altLang="en-US" sz="4000" dirty="0">
                <a:ln w="9525"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j-ea"/>
                <a:cs typeface="Pretendard Light"/>
              </a:rPr>
              <a:t>를 고려한 서울시 구별 호흡기 환자 수 예측</a:t>
            </a:r>
            <a:endParaRPr lang="en-US" altLang="ko-KR" sz="4000" dirty="0">
              <a:ln w="9525">
                <a:solidFill>
                  <a:schemeClr val="accent6">
                    <a:lumMod val="75000"/>
                  </a:schemeClr>
                </a:solidFill>
              </a:ln>
              <a:solidFill>
                <a:schemeClr val="accent6">
                  <a:lumMod val="50000"/>
                </a:schemeClr>
              </a:solidFill>
              <a:latin typeface="+mj-ea"/>
              <a:cs typeface="Pretendard Light"/>
            </a:endParaRPr>
          </a:p>
          <a:p>
            <a:endParaRPr lang="ko-KR" altLang="en-US" sz="4000" dirty="0">
              <a:ln w="9525">
                <a:solidFill>
                  <a:schemeClr val="accent6">
                    <a:lumMod val="75000"/>
                  </a:schemeClr>
                </a:solidFill>
              </a:ln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3DFB0AC-D8ED-AC06-87F8-3E7B565B39F2}"/>
              </a:ext>
            </a:extLst>
          </p:cNvPr>
          <p:cNvGrpSpPr/>
          <p:nvPr/>
        </p:nvGrpSpPr>
        <p:grpSpPr>
          <a:xfrm>
            <a:off x="19323103" y="708179"/>
            <a:ext cx="4908497" cy="731119"/>
            <a:chOff x="19323103" y="669857"/>
            <a:chExt cx="5060897" cy="76944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54D8FA2-632F-25E0-16A1-85766FA25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colorTemperature colorTemp="88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323103" y="708179"/>
              <a:ext cx="570540" cy="69279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581B08-7AB3-D7EB-3102-52C82D0780F5}"/>
                </a:ext>
              </a:extLst>
            </p:cNvPr>
            <p:cNvSpPr txBox="1"/>
            <p:nvPr/>
          </p:nvSpPr>
          <p:spPr>
            <a:xfrm>
              <a:off x="19893643" y="669857"/>
              <a:ext cx="449035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4400" b="1" spc="-2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+mn-ea"/>
                </a:rPr>
                <a:t>Seoul Air-Guard</a:t>
              </a:r>
              <a:r>
                <a:rPr lang="ko-KR" altLang="en-US" sz="4400" dirty="0">
                  <a:ln>
                    <a:solidFill>
                      <a:schemeClr val="accent6">
                        <a:lumMod val="50000"/>
                      </a:schemeClr>
                    </a:solidFill>
                  </a:ln>
                  <a:solidFill>
                    <a:srgbClr val="F27036"/>
                  </a:solidFill>
                  <a:latin typeface="+mj-ea"/>
                  <a:cs typeface="Pretendard Light"/>
                </a:rPr>
                <a:t> </a:t>
              </a:r>
              <a:endParaRPr lang="ko-KR" altLang="en-US" sz="4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08883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E462-63DE-5435-B2C4-47AC6E7FB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CF9A0F3-A112-8734-115C-349DE90C379B}"/>
              </a:ext>
            </a:extLst>
          </p:cNvPr>
          <p:cNvCxnSpPr>
            <a:cxnSpLocks/>
          </p:cNvCxnSpPr>
          <p:nvPr/>
        </p:nvCxnSpPr>
        <p:spPr>
          <a:xfrm flipH="1">
            <a:off x="0" y="1524000"/>
            <a:ext cx="2438400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5FF8C7-F532-79A8-BA0B-DB3EF99FE1A2}"/>
              </a:ext>
            </a:extLst>
          </p:cNvPr>
          <p:cNvSpPr/>
          <p:nvPr/>
        </p:nvSpPr>
        <p:spPr>
          <a:xfrm>
            <a:off x="0" y="1478266"/>
            <a:ext cx="13182600" cy="4571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DFFB01-FF6B-2522-A603-3E8531D46773}"/>
              </a:ext>
            </a:extLst>
          </p:cNvPr>
          <p:cNvSpPr txBox="1"/>
          <p:nvPr/>
        </p:nvSpPr>
        <p:spPr>
          <a:xfrm>
            <a:off x="685800" y="312105"/>
            <a:ext cx="5851282" cy="107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2. </a:t>
            </a:r>
            <a:r>
              <a:rPr lang="ko-KR" altLang="en-US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개발 목표 </a:t>
            </a:r>
            <a:r>
              <a:rPr lang="en-US" altLang="ko-KR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- How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441AD63-95B8-B395-1B4B-0F0E4D848497}"/>
              </a:ext>
            </a:extLst>
          </p:cNvPr>
          <p:cNvGrpSpPr/>
          <p:nvPr/>
        </p:nvGrpSpPr>
        <p:grpSpPr>
          <a:xfrm>
            <a:off x="1019955" y="1604965"/>
            <a:ext cx="23164794" cy="2281236"/>
            <a:chOff x="1019955" y="1604964"/>
            <a:chExt cx="23164794" cy="2971793"/>
          </a:xfrm>
        </p:grpSpPr>
        <p:sp>
          <p:nvSpPr>
            <p:cNvPr id="9" name="화살표: 오른쪽 8">
              <a:extLst>
                <a:ext uri="{FF2B5EF4-FFF2-40B4-BE49-F238E27FC236}">
                  <a16:creationId xmlns:a16="http://schemas.microsoft.com/office/drawing/2014/main" id="{A738E543-6F17-E1BF-9F1E-357895BBBCD6}"/>
                </a:ext>
              </a:extLst>
            </p:cNvPr>
            <p:cNvSpPr/>
            <p:nvPr/>
          </p:nvSpPr>
          <p:spPr>
            <a:xfrm>
              <a:off x="1019955" y="1604964"/>
              <a:ext cx="23164794" cy="2971793"/>
            </a:xfrm>
            <a:prstGeom prst="rightArrow">
              <a:avLst/>
            </a:prstGeom>
          </p:spPr>
          <p:style>
            <a:lnRef idx="0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8C2C8746-B739-8B35-1D91-FC1AAD03C001}"/>
                </a:ext>
              </a:extLst>
            </p:cNvPr>
            <p:cNvSpPr/>
            <p:nvPr/>
          </p:nvSpPr>
          <p:spPr>
            <a:xfrm>
              <a:off x="1112479" y="2496503"/>
              <a:ext cx="4924231" cy="1188717"/>
            </a:xfrm>
            <a:custGeom>
              <a:avLst/>
              <a:gdLst>
                <a:gd name="csX0" fmla="*/ 0 w 4924231"/>
                <a:gd name="csY0" fmla="*/ 198123 h 1188717"/>
                <a:gd name="csX1" fmla="*/ 198123 w 4924231"/>
                <a:gd name="csY1" fmla="*/ 0 h 1188717"/>
                <a:gd name="csX2" fmla="*/ 4726108 w 4924231"/>
                <a:gd name="csY2" fmla="*/ 0 h 1188717"/>
                <a:gd name="csX3" fmla="*/ 4924231 w 4924231"/>
                <a:gd name="csY3" fmla="*/ 198123 h 1188717"/>
                <a:gd name="csX4" fmla="*/ 4924231 w 4924231"/>
                <a:gd name="csY4" fmla="*/ 990594 h 1188717"/>
                <a:gd name="csX5" fmla="*/ 4726108 w 4924231"/>
                <a:gd name="csY5" fmla="*/ 1188717 h 1188717"/>
                <a:gd name="csX6" fmla="*/ 198123 w 4924231"/>
                <a:gd name="csY6" fmla="*/ 1188717 h 1188717"/>
                <a:gd name="csX7" fmla="*/ 0 w 4924231"/>
                <a:gd name="csY7" fmla="*/ 990594 h 1188717"/>
                <a:gd name="csX8" fmla="*/ 0 w 4924231"/>
                <a:gd name="csY8" fmla="*/ 198123 h 1188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924231" h="1188717">
                  <a:moveTo>
                    <a:pt x="0" y="198123"/>
                  </a:moveTo>
                  <a:cubicBezTo>
                    <a:pt x="0" y="88703"/>
                    <a:pt x="88703" y="0"/>
                    <a:pt x="198123" y="0"/>
                  </a:cubicBezTo>
                  <a:lnTo>
                    <a:pt x="4726108" y="0"/>
                  </a:lnTo>
                  <a:cubicBezTo>
                    <a:pt x="4835528" y="0"/>
                    <a:pt x="4924231" y="88703"/>
                    <a:pt x="4924231" y="198123"/>
                  </a:cubicBezTo>
                  <a:lnTo>
                    <a:pt x="4924231" y="990594"/>
                  </a:lnTo>
                  <a:cubicBezTo>
                    <a:pt x="4924231" y="1100014"/>
                    <a:pt x="4835528" y="1188717"/>
                    <a:pt x="4726108" y="1188717"/>
                  </a:cubicBezTo>
                  <a:lnTo>
                    <a:pt x="198123" y="1188717"/>
                  </a:lnTo>
                  <a:cubicBezTo>
                    <a:pt x="88703" y="1188717"/>
                    <a:pt x="0" y="1100014"/>
                    <a:pt x="0" y="990594"/>
                  </a:cubicBezTo>
                  <a:lnTo>
                    <a:pt x="0" y="198123"/>
                  </a:lnTo>
                  <a:close/>
                </a:path>
              </a:pathLst>
            </a:custGeom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2808" tIns="202808" rIns="202808" bIns="202808" numCol="1" spcCol="1270" anchor="ctr" anchorCtr="0">
              <a:noAutofit/>
            </a:bodyPr>
            <a:lstStyle/>
            <a:p>
              <a:pPr marL="0" lvl="0" indent="0" algn="ctr" defTabSz="1689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3800" kern="1200" dirty="0">
                  <a:latin typeface="Pretendard SemiBold"/>
                  <a:ea typeface="Pretendard SemiBold"/>
                  <a:cs typeface="Pretendard SemiBold"/>
                </a:rPr>
                <a:t>데이터 </a:t>
              </a:r>
              <a:r>
                <a:rPr lang="ko-KR" altLang="en-US" sz="3800" kern="1200" dirty="0" err="1">
                  <a:latin typeface="Pretendard SemiBold"/>
                  <a:ea typeface="Pretendard SemiBold"/>
                  <a:cs typeface="Pretendard SemiBold"/>
                </a:rPr>
                <a:t>전처리</a:t>
              </a:r>
              <a:endParaRPr lang="en-US" sz="3800" b="0" i="0" u="none" strike="noStrike" kern="1200" dirty="0"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C5094607-D822-25C2-C6C0-391BC61655A7}"/>
                </a:ext>
              </a:extLst>
            </p:cNvPr>
            <p:cNvSpPr/>
            <p:nvPr/>
          </p:nvSpPr>
          <p:spPr>
            <a:xfrm>
              <a:off x="6857415" y="2496503"/>
              <a:ext cx="4924231" cy="1188717"/>
            </a:xfrm>
            <a:custGeom>
              <a:avLst/>
              <a:gdLst>
                <a:gd name="csX0" fmla="*/ 0 w 4924231"/>
                <a:gd name="csY0" fmla="*/ 198123 h 1188717"/>
                <a:gd name="csX1" fmla="*/ 198123 w 4924231"/>
                <a:gd name="csY1" fmla="*/ 0 h 1188717"/>
                <a:gd name="csX2" fmla="*/ 4726108 w 4924231"/>
                <a:gd name="csY2" fmla="*/ 0 h 1188717"/>
                <a:gd name="csX3" fmla="*/ 4924231 w 4924231"/>
                <a:gd name="csY3" fmla="*/ 198123 h 1188717"/>
                <a:gd name="csX4" fmla="*/ 4924231 w 4924231"/>
                <a:gd name="csY4" fmla="*/ 990594 h 1188717"/>
                <a:gd name="csX5" fmla="*/ 4726108 w 4924231"/>
                <a:gd name="csY5" fmla="*/ 1188717 h 1188717"/>
                <a:gd name="csX6" fmla="*/ 198123 w 4924231"/>
                <a:gd name="csY6" fmla="*/ 1188717 h 1188717"/>
                <a:gd name="csX7" fmla="*/ 0 w 4924231"/>
                <a:gd name="csY7" fmla="*/ 990594 h 1188717"/>
                <a:gd name="csX8" fmla="*/ 0 w 4924231"/>
                <a:gd name="csY8" fmla="*/ 198123 h 1188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924231" h="1188717">
                  <a:moveTo>
                    <a:pt x="0" y="198123"/>
                  </a:moveTo>
                  <a:cubicBezTo>
                    <a:pt x="0" y="88703"/>
                    <a:pt x="88703" y="0"/>
                    <a:pt x="198123" y="0"/>
                  </a:cubicBezTo>
                  <a:lnTo>
                    <a:pt x="4726108" y="0"/>
                  </a:lnTo>
                  <a:cubicBezTo>
                    <a:pt x="4835528" y="0"/>
                    <a:pt x="4924231" y="88703"/>
                    <a:pt x="4924231" y="198123"/>
                  </a:cubicBezTo>
                  <a:lnTo>
                    <a:pt x="4924231" y="990594"/>
                  </a:lnTo>
                  <a:cubicBezTo>
                    <a:pt x="4924231" y="1100014"/>
                    <a:pt x="4835528" y="1188717"/>
                    <a:pt x="4726108" y="1188717"/>
                  </a:cubicBezTo>
                  <a:lnTo>
                    <a:pt x="198123" y="1188717"/>
                  </a:lnTo>
                  <a:cubicBezTo>
                    <a:pt x="88703" y="1188717"/>
                    <a:pt x="0" y="1100014"/>
                    <a:pt x="0" y="990594"/>
                  </a:cubicBezTo>
                  <a:lnTo>
                    <a:pt x="0" y="198123"/>
                  </a:lnTo>
                  <a:close/>
                </a:path>
              </a:pathLst>
            </a:custGeom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2808" tIns="202808" rIns="202808" bIns="202808" numCol="1" spcCol="1270" anchor="ctr" anchorCtr="0">
              <a:noAutofit/>
            </a:bodyPr>
            <a:lstStyle/>
            <a:p>
              <a:pPr marL="0" lvl="0" indent="0" algn="ctr" defTabSz="1689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3800" b="1" kern="1200" dirty="0" err="1"/>
                <a:t>머신러닝</a:t>
              </a:r>
              <a:r>
                <a:rPr lang="ko-KR" altLang="en-US" sz="3800" b="1" kern="1200" dirty="0"/>
                <a:t> 모델링</a:t>
              </a:r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C0A0BF8D-26D1-A123-8D98-01F6335104B6}"/>
                </a:ext>
              </a:extLst>
            </p:cNvPr>
            <p:cNvSpPr/>
            <p:nvPr/>
          </p:nvSpPr>
          <p:spPr>
            <a:xfrm>
              <a:off x="12602352" y="2496503"/>
              <a:ext cx="4924231" cy="1188717"/>
            </a:xfrm>
            <a:custGeom>
              <a:avLst/>
              <a:gdLst>
                <a:gd name="csX0" fmla="*/ 0 w 4924231"/>
                <a:gd name="csY0" fmla="*/ 198123 h 1188717"/>
                <a:gd name="csX1" fmla="*/ 198123 w 4924231"/>
                <a:gd name="csY1" fmla="*/ 0 h 1188717"/>
                <a:gd name="csX2" fmla="*/ 4726108 w 4924231"/>
                <a:gd name="csY2" fmla="*/ 0 h 1188717"/>
                <a:gd name="csX3" fmla="*/ 4924231 w 4924231"/>
                <a:gd name="csY3" fmla="*/ 198123 h 1188717"/>
                <a:gd name="csX4" fmla="*/ 4924231 w 4924231"/>
                <a:gd name="csY4" fmla="*/ 990594 h 1188717"/>
                <a:gd name="csX5" fmla="*/ 4726108 w 4924231"/>
                <a:gd name="csY5" fmla="*/ 1188717 h 1188717"/>
                <a:gd name="csX6" fmla="*/ 198123 w 4924231"/>
                <a:gd name="csY6" fmla="*/ 1188717 h 1188717"/>
                <a:gd name="csX7" fmla="*/ 0 w 4924231"/>
                <a:gd name="csY7" fmla="*/ 990594 h 1188717"/>
                <a:gd name="csX8" fmla="*/ 0 w 4924231"/>
                <a:gd name="csY8" fmla="*/ 198123 h 1188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924231" h="1188717">
                  <a:moveTo>
                    <a:pt x="0" y="198123"/>
                  </a:moveTo>
                  <a:cubicBezTo>
                    <a:pt x="0" y="88703"/>
                    <a:pt x="88703" y="0"/>
                    <a:pt x="198123" y="0"/>
                  </a:cubicBezTo>
                  <a:lnTo>
                    <a:pt x="4726108" y="0"/>
                  </a:lnTo>
                  <a:cubicBezTo>
                    <a:pt x="4835528" y="0"/>
                    <a:pt x="4924231" y="88703"/>
                    <a:pt x="4924231" y="198123"/>
                  </a:cubicBezTo>
                  <a:lnTo>
                    <a:pt x="4924231" y="990594"/>
                  </a:lnTo>
                  <a:cubicBezTo>
                    <a:pt x="4924231" y="1100014"/>
                    <a:pt x="4835528" y="1188717"/>
                    <a:pt x="4726108" y="1188717"/>
                  </a:cubicBezTo>
                  <a:lnTo>
                    <a:pt x="198123" y="1188717"/>
                  </a:lnTo>
                  <a:cubicBezTo>
                    <a:pt x="88703" y="1188717"/>
                    <a:pt x="0" y="1100014"/>
                    <a:pt x="0" y="990594"/>
                  </a:cubicBezTo>
                  <a:lnTo>
                    <a:pt x="0" y="198123"/>
                  </a:lnTo>
                  <a:close/>
                </a:path>
              </a:pathLst>
            </a:custGeom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2808" tIns="202808" rIns="202808" bIns="202808" numCol="1" spcCol="1270" anchor="ctr" anchorCtr="0">
              <a:noAutofit/>
            </a:bodyPr>
            <a:lstStyle/>
            <a:p>
              <a:pPr marL="0" lvl="0" indent="0" algn="ctr" defTabSz="1689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3800" b="1" kern="1200" dirty="0"/>
                <a:t>웹 서비스</a:t>
              </a:r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825853F8-E577-FD78-1B40-D8E48D198BC5}"/>
                </a:ext>
              </a:extLst>
            </p:cNvPr>
            <p:cNvSpPr/>
            <p:nvPr/>
          </p:nvSpPr>
          <p:spPr>
            <a:xfrm>
              <a:off x="18347289" y="2496503"/>
              <a:ext cx="4924231" cy="1188717"/>
            </a:xfrm>
            <a:custGeom>
              <a:avLst/>
              <a:gdLst>
                <a:gd name="csX0" fmla="*/ 0 w 4924231"/>
                <a:gd name="csY0" fmla="*/ 198123 h 1188717"/>
                <a:gd name="csX1" fmla="*/ 198123 w 4924231"/>
                <a:gd name="csY1" fmla="*/ 0 h 1188717"/>
                <a:gd name="csX2" fmla="*/ 4726108 w 4924231"/>
                <a:gd name="csY2" fmla="*/ 0 h 1188717"/>
                <a:gd name="csX3" fmla="*/ 4924231 w 4924231"/>
                <a:gd name="csY3" fmla="*/ 198123 h 1188717"/>
                <a:gd name="csX4" fmla="*/ 4924231 w 4924231"/>
                <a:gd name="csY4" fmla="*/ 990594 h 1188717"/>
                <a:gd name="csX5" fmla="*/ 4726108 w 4924231"/>
                <a:gd name="csY5" fmla="*/ 1188717 h 1188717"/>
                <a:gd name="csX6" fmla="*/ 198123 w 4924231"/>
                <a:gd name="csY6" fmla="*/ 1188717 h 1188717"/>
                <a:gd name="csX7" fmla="*/ 0 w 4924231"/>
                <a:gd name="csY7" fmla="*/ 990594 h 1188717"/>
                <a:gd name="csX8" fmla="*/ 0 w 4924231"/>
                <a:gd name="csY8" fmla="*/ 198123 h 1188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924231" h="1188717">
                  <a:moveTo>
                    <a:pt x="0" y="198123"/>
                  </a:moveTo>
                  <a:cubicBezTo>
                    <a:pt x="0" y="88703"/>
                    <a:pt x="88703" y="0"/>
                    <a:pt x="198123" y="0"/>
                  </a:cubicBezTo>
                  <a:lnTo>
                    <a:pt x="4726108" y="0"/>
                  </a:lnTo>
                  <a:cubicBezTo>
                    <a:pt x="4835528" y="0"/>
                    <a:pt x="4924231" y="88703"/>
                    <a:pt x="4924231" y="198123"/>
                  </a:cubicBezTo>
                  <a:lnTo>
                    <a:pt x="4924231" y="990594"/>
                  </a:lnTo>
                  <a:cubicBezTo>
                    <a:pt x="4924231" y="1100014"/>
                    <a:pt x="4835528" y="1188717"/>
                    <a:pt x="4726108" y="1188717"/>
                  </a:cubicBezTo>
                  <a:lnTo>
                    <a:pt x="198123" y="1188717"/>
                  </a:lnTo>
                  <a:cubicBezTo>
                    <a:pt x="88703" y="1188717"/>
                    <a:pt x="0" y="1100014"/>
                    <a:pt x="0" y="990594"/>
                  </a:cubicBezTo>
                  <a:lnTo>
                    <a:pt x="0" y="198123"/>
                  </a:lnTo>
                  <a:close/>
                </a:path>
              </a:pathLst>
            </a:custGeom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2808" tIns="202808" rIns="202808" bIns="202808" numCol="1" spcCol="1270" anchor="ctr" anchorCtr="0">
              <a:noAutofit/>
            </a:bodyPr>
            <a:lstStyle/>
            <a:p>
              <a:pPr marL="0" lvl="0" indent="0" algn="ctr" defTabSz="1689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3800" b="1" kern="1200" dirty="0"/>
                <a:t>데이터 시각화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13848ED-94B5-B10B-DA26-CBB22B951247}"/>
              </a:ext>
            </a:extLst>
          </p:cNvPr>
          <p:cNvSpPr txBox="1"/>
          <p:nvPr/>
        </p:nvSpPr>
        <p:spPr>
          <a:xfrm>
            <a:off x="1019955" y="3875315"/>
            <a:ext cx="5188586" cy="8904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 algn="just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 서울시 구별 </a:t>
            </a:r>
            <a:r>
              <a:rPr lang="ko-KR" altLang="en-US" sz="2600" dirty="0" err="1">
                <a:solidFill>
                  <a:srgbClr val="000000"/>
                </a:solidFill>
                <a:latin typeface="Pretendard Regular"/>
                <a:ea typeface="Pretendard Regular"/>
              </a:rPr>
              <a:t>대기질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 정보와 호흡기 진료 데이터를 매칭한 시계열 데이터셋 구축</a:t>
            </a: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 err="1">
                <a:solidFill>
                  <a:srgbClr val="000000"/>
                </a:solidFill>
                <a:latin typeface="Pretendard Regular"/>
                <a:ea typeface="Pretendard Regular"/>
              </a:rPr>
              <a:t>결측치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 보간 및 이상치 제거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,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학습 효율을 위한 스케일링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(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표준화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)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 작업 수행</a:t>
            </a: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</a:endParaRPr>
          </a:p>
          <a:p>
            <a:pPr marL="342900" lvl="1" indent="-342900" algn="just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미세먼지 노출 시차를 고려한 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Lag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변수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(D+1~3)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및 기간별 이동 평균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(Rolling Average)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데이터 생성</a:t>
            </a: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just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ERM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기반 스키마 설계 후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26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sqlplus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를 사용하여 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Oracle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DB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적재 및 무결성 검증 수행</a:t>
            </a: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just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just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39801A-C1C1-AA88-3B6A-3826E315C19F}"/>
              </a:ext>
            </a:extLst>
          </p:cNvPr>
          <p:cNvSpPr txBox="1"/>
          <p:nvPr/>
        </p:nvSpPr>
        <p:spPr>
          <a:xfrm>
            <a:off x="7041689" y="3875316"/>
            <a:ext cx="5143500" cy="9023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교차 상관 분석 → 상관계수가 가장 높은 최적의 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Time-Lag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시간 도출</a:t>
            </a: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시차 변수 →  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Random Forest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및  </a:t>
            </a:r>
            <a:r>
              <a:rPr lang="en-US" altLang="ko-KR" sz="2600" dirty="0" err="1">
                <a:latin typeface="Pretendard Regular"/>
                <a:ea typeface="Pretendard Regular"/>
                <a:cs typeface="Pretendard Regular"/>
              </a:rPr>
              <a:t>XGBoost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 / </a:t>
            </a:r>
            <a:r>
              <a:rPr lang="en-US" altLang="ko-KR" sz="2600" dirty="0" err="1">
                <a:latin typeface="Pretendard Regular"/>
                <a:ea typeface="Pretendard Regular"/>
                <a:cs typeface="Pretendard Regular"/>
              </a:rPr>
              <a:t>LightGBM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기반의 시계열 회귀 모델 구축</a:t>
            </a: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600" dirty="0" err="1">
                <a:latin typeface="Pretendard Regular"/>
                <a:ea typeface="Pretendard Regular"/>
                <a:cs typeface="Pretendard Regular"/>
              </a:rPr>
              <a:t>GridSearchCV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→ 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Decision Tree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의 주요 파라미터를 최적화 및 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600" dirty="0" err="1">
                <a:latin typeface="Pretendard Regular"/>
                <a:ea typeface="Pretendard Regular"/>
                <a:cs typeface="Pretendard Regular"/>
              </a:rPr>
              <a:t>과적합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 방지</a:t>
            </a: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600" dirty="0">
                <a:latin typeface="Pretendard Regular"/>
                <a:ea typeface="Pretendard Regular"/>
              </a:rPr>
              <a:t>SHAP </a:t>
            </a:r>
            <a:r>
              <a:rPr lang="ko-KR" altLang="en-US" sz="2600" dirty="0">
                <a:latin typeface="Pretendard Regular"/>
                <a:ea typeface="Pretendard Regular"/>
              </a:rPr>
              <a:t>활용 → 각 변수</a:t>
            </a:r>
            <a:r>
              <a:rPr lang="en-US" altLang="ko-KR" sz="2600" dirty="0">
                <a:latin typeface="Pretendard Regular"/>
                <a:ea typeface="Pretendard Regular"/>
              </a:rPr>
              <a:t>(</a:t>
            </a:r>
            <a:r>
              <a:rPr lang="ko-KR" altLang="en-US" sz="2600" dirty="0">
                <a:latin typeface="Pretendard Regular"/>
                <a:ea typeface="Pretendard Regular"/>
              </a:rPr>
              <a:t>기저질환</a:t>
            </a:r>
            <a:r>
              <a:rPr lang="en-US" altLang="ko-KR" sz="2600" dirty="0">
                <a:latin typeface="Pretendard Regular"/>
                <a:ea typeface="Pretendard Regular"/>
              </a:rPr>
              <a:t>, </a:t>
            </a:r>
            <a:r>
              <a:rPr lang="ko-KR" altLang="en-US" sz="2600" dirty="0">
                <a:latin typeface="Pretendard Regular"/>
                <a:ea typeface="Pretendard Regular"/>
              </a:rPr>
              <a:t>소득 등</a:t>
            </a:r>
            <a:r>
              <a:rPr lang="en-US" altLang="ko-KR" sz="2600" dirty="0">
                <a:latin typeface="Pretendard Regular"/>
                <a:ea typeface="Pretendard Regular"/>
              </a:rPr>
              <a:t>)</a:t>
            </a:r>
            <a:r>
              <a:rPr lang="ko-KR" altLang="en-US" sz="2600" dirty="0">
                <a:latin typeface="Pretendard Regular"/>
                <a:ea typeface="Pretendard Regular"/>
              </a:rPr>
              <a:t>가 </a:t>
            </a:r>
            <a:r>
              <a:rPr lang="ko-KR" altLang="en-US" sz="2600" dirty="0" err="1">
                <a:latin typeface="Pretendard Regular"/>
                <a:ea typeface="Pretendard Regular"/>
              </a:rPr>
              <a:t>예측값</a:t>
            </a:r>
            <a:r>
              <a:rPr lang="en-US" altLang="ko-KR" sz="2600" dirty="0">
                <a:latin typeface="Pretendard Regular"/>
                <a:ea typeface="Pretendard Regular"/>
              </a:rPr>
              <a:t>(</a:t>
            </a:r>
            <a:r>
              <a:rPr lang="ko-KR" altLang="en-US" sz="2600" dirty="0">
                <a:latin typeface="Pretendard Regular"/>
                <a:ea typeface="Pretendard Regular"/>
              </a:rPr>
              <a:t>환자 수</a:t>
            </a:r>
            <a:r>
              <a:rPr lang="en-US" altLang="ko-KR" sz="2600" dirty="0">
                <a:latin typeface="Pretendard Regular"/>
                <a:ea typeface="Pretendard Regular"/>
              </a:rPr>
              <a:t>)</a:t>
            </a:r>
            <a:r>
              <a:rPr lang="ko-KR" altLang="en-US" sz="2600" dirty="0">
                <a:latin typeface="Pretendard Regular"/>
                <a:ea typeface="Pretendard Regular"/>
              </a:rPr>
              <a:t>을 높였는지 낮췄는지 기여도를 계산</a:t>
            </a:r>
            <a:endParaRPr lang="en-US" altLang="ko-KR" sz="2600" dirty="0">
              <a:latin typeface="Pretendard Regular"/>
              <a:ea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MAE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및 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RMSE 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지표 → </a:t>
            </a:r>
            <a:r>
              <a:rPr lang="ko-KR" altLang="en-US" sz="2600" dirty="0" err="1">
                <a:latin typeface="Pretendard Regular"/>
                <a:ea typeface="Pretendard Regular"/>
                <a:cs typeface="Pretendard Regular"/>
              </a:rPr>
              <a:t>예측값과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 실제 진료 데이터 사이의 오차율을 분석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,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 최종 모델의 신뢰성 검토</a:t>
            </a: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4A7BF6-DC46-018E-0779-D270A40A24B4}"/>
              </a:ext>
            </a:extLst>
          </p:cNvPr>
          <p:cNvSpPr txBox="1"/>
          <p:nvPr/>
        </p:nvSpPr>
        <p:spPr>
          <a:xfrm>
            <a:off x="12832889" y="3875315"/>
            <a:ext cx="5145272" cy="7822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Flask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프레임워크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→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클라이언트 요청 처리 및 </a:t>
            </a:r>
            <a:r>
              <a:rPr lang="ko-KR" altLang="en-US" sz="26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머신러닝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예측 모델 서빙 아키텍처 구현</a:t>
            </a: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Raw Query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직접 제어를 통한 데이터베이스 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I/O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최적화 및 복잡한 분석용 집계 쿼리의 실행 속도 개선</a:t>
            </a: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Bootstrap 5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→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반응형 대시보드 구현으로 기기별 최적화된 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UI/UX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제공</a:t>
            </a: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최신 공공데이터 수집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DB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갱신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모델 추론 결과 업데이트가 유기적으로 연결된 자동화 로직 구현</a:t>
            </a: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2AE8DB-9D23-8F33-6E21-57BA9017F19A}"/>
              </a:ext>
            </a:extLst>
          </p:cNvPr>
          <p:cNvSpPr txBox="1"/>
          <p:nvPr/>
        </p:nvSpPr>
        <p:spPr>
          <a:xfrm>
            <a:off x="18547889" y="3875316"/>
            <a:ext cx="5143500" cy="976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Choropleth Map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→ 서울시 자치구별 예측 환자 수 위험도를 단계별 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Heatmap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으로 시각화</a:t>
            </a: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실시간 </a:t>
            </a:r>
            <a:r>
              <a:rPr lang="ko-KR" altLang="en-US" sz="2600" dirty="0" err="1">
                <a:latin typeface="Pretendard Regular"/>
                <a:ea typeface="Pretendard Regular"/>
                <a:cs typeface="Pretendard Regular"/>
              </a:rPr>
              <a:t>대기질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 지수와 연동된 시계열 예측을 통해</a:t>
            </a:r>
            <a:r>
              <a:rPr lang="ko-KR" altLang="en-US" sz="2600" dirty="0">
                <a:latin typeface="Pretendard Regular"/>
                <a:ea typeface="Pretendard Regular"/>
              </a:rPr>
              <a:t> 실시간</a:t>
            </a:r>
            <a:r>
              <a:rPr lang="en-US" altLang="ko-KR" sz="2600" dirty="0">
                <a:latin typeface="Pretendard Regular"/>
                <a:ea typeface="Pretendard Regular"/>
              </a:rPr>
              <a:t>, </a:t>
            </a:r>
            <a:r>
              <a:rPr lang="ko-KR" altLang="en-US" sz="2600" dirty="0">
                <a:latin typeface="Pretendard Regular"/>
                <a:ea typeface="Pretendard Regular"/>
              </a:rPr>
              <a:t>향후 </a:t>
            </a:r>
            <a:r>
              <a:rPr lang="en-US" altLang="ko-KR" sz="2600" dirty="0">
                <a:latin typeface="Pretendard Regular"/>
                <a:ea typeface="Pretendard Regular"/>
              </a:rPr>
              <a:t>3</a:t>
            </a:r>
            <a:r>
              <a:rPr lang="ko-KR" altLang="en-US" sz="2600" dirty="0">
                <a:latin typeface="Pretendard Regular"/>
                <a:ea typeface="Pretendard Regular"/>
              </a:rPr>
              <a:t>일간의 데이터 환자 발생 추이 모니터링 구현</a:t>
            </a:r>
            <a:endParaRPr lang="en-US" altLang="ko-KR" sz="2600" dirty="0">
              <a:latin typeface="Pretendard Regular"/>
              <a:ea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>
                <a:latin typeface="Pretendard Regular"/>
                <a:ea typeface="Pretendard Regular"/>
              </a:rPr>
              <a:t>자치구별 변수 기여도</a:t>
            </a:r>
            <a:r>
              <a:rPr lang="en-US" altLang="ko-KR" sz="2600" dirty="0">
                <a:latin typeface="Pretendard Regular"/>
                <a:ea typeface="Pretendard Regular"/>
              </a:rPr>
              <a:t> (</a:t>
            </a:r>
            <a:r>
              <a:rPr lang="ko-KR" altLang="en-US" sz="2600" dirty="0">
                <a:latin typeface="Pretendard Regular"/>
                <a:ea typeface="Pretendard Regular"/>
              </a:rPr>
              <a:t>미세먼지 농도</a:t>
            </a:r>
            <a:r>
              <a:rPr lang="en-US" altLang="ko-KR" sz="2600" dirty="0">
                <a:latin typeface="Pretendard Regular"/>
                <a:ea typeface="Pretendard Regular"/>
              </a:rPr>
              <a:t>/</a:t>
            </a:r>
            <a:r>
              <a:rPr lang="ko-KR" altLang="en-US" sz="2600" dirty="0">
                <a:latin typeface="Pretendard Regular"/>
                <a:ea typeface="Pretendard Regular"/>
              </a:rPr>
              <a:t>기온</a:t>
            </a:r>
            <a:r>
              <a:rPr lang="en-US" altLang="ko-KR" sz="2600" dirty="0">
                <a:latin typeface="Pretendard Regular"/>
                <a:ea typeface="Pretendard Regular"/>
              </a:rPr>
              <a:t>/</a:t>
            </a:r>
            <a:r>
              <a:rPr lang="ko-KR" altLang="en-US" sz="2600" dirty="0">
                <a:latin typeface="Pretendard Regular"/>
                <a:ea typeface="Pretendard Regular"/>
              </a:rPr>
              <a:t>기저질환 데이터</a:t>
            </a:r>
            <a:r>
              <a:rPr lang="en-US" altLang="ko-KR" sz="2600" dirty="0">
                <a:latin typeface="Pretendard Regular"/>
                <a:ea typeface="Pretendard Regular"/>
              </a:rPr>
              <a:t> /</a:t>
            </a:r>
            <a:r>
              <a:rPr lang="ko-KR" altLang="en-US" sz="2600" dirty="0">
                <a:latin typeface="Pretendard Regular"/>
                <a:ea typeface="Pretendard Regular"/>
              </a:rPr>
              <a:t>소득수준</a:t>
            </a:r>
            <a:r>
              <a:rPr lang="en-US" altLang="ko-KR" sz="2600" dirty="0">
                <a:latin typeface="Pretendard Regular"/>
                <a:ea typeface="Pretendard Regular"/>
              </a:rPr>
              <a:t>)</a:t>
            </a:r>
            <a:r>
              <a:rPr lang="ko-KR" altLang="en-US" sz="2600" dirty="0">
                <a:latin typeface="Pretendard Regular"/>
                <a:ea typeface="Pretendard Regular"/>
              </a:rPr>
              <a:t>로 바 차트 구현→  미세먼지 노출 시점별 상관관계 및 예측 근거 제시</a:t>
            </a:r>
            <a:endParaRPr lang="en-US" altLang="ko-KR" sz="2600" dirty="0">
              <a:latin typeface="Pretendard Regular"/>
              <a:ea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예측 결과에 따른 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4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단계 리스크 예보 시스템 및 사용자 행동 가이드 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UI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구현</a:t>
            </a: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E65F63A-1877-B8FA-EDB9-F49592D99A86}"/>
              </a:ext>
            </a:extLst>
          </p:cNvPr>
          <p:cNvCxnSpPr>
            <a:cxnSpLocks/>
          </p:cNvCxnSpPr>
          <p:nvPr/>
        </p:nvCxnSpPr>
        <p:spPr>
          <a:xfrm>
            <a:off x="18135600" y="3875315"/>
            <a:ext cx="0" cy="93600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026FB462-C29D-DA75-4958-84D9EF586F5F}"/>
              </a:ext>
            </a:extLst>
          </p:cNvPr>
          <p:cNvGrpSpPr/>
          <p:nvPr/>
        </p:nvGrpSpPr>
        <p:grpSpPr>
          <a:xfrm>
            <a:off x="19323103" y="708179"/>
            <a:ext cx="4908497" cy="731119"/>
            <a:chOff x="19323103" y="669857"/>
            <a:chExt cx="5060897" cy="769441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C265618E-8EBD-1E15-D32C-C14676592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colorTemperature colorTemp="88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323103" y="708179"/>
              <a:ext cx="570540" cy="69279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9C14D81-A39C-A545-55D4-00A16340810B}"/>
                </a:ext>
              </a:extLst>
            </p:cNvPr>
            <p:cNvSpPr txBox="1"/>
            <p:nvPr/>
          </p:nvSpPr>
          <p:spPr>
            <a:xfrm>
              <a:off x="19893643" y="669857"/>
              <a:ext cx="449035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4400" b="1" spc="-2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+mn-ea"/>
                </a:rPr>
                <a:t>Seoul Air-Guard</a:t>
              </a:r>
              <a:r>
                <a:rPr lang="ko-KR" altLang="en-US" sz="4400" dirty="0">
                  <a:ln>
                    <a:solidFill>
                      <a:schemeClr val="accent6">
                        <a:lumMod val="50000"/>
                      </a:schemeClr>
                    </a:solidFill>
                  </a:ln>
                  <a:solidFill>
                    <a:srgbClr val="F27036"/>
                  </a:solidFill>
                  <a:latin typeface="+mj-ea"/>
                  <a:cs typeface="Pretendard Light"/>
                </a:rPr>
                <a:t> </a:t>
              </a:r>
              <a:endParaRPr lang="ko-KR" altLang="en-US" sz="4400" dirty="0"/>
            </a:p>
          </p:txBody>
        </p:sp>
      </p:grp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BC65AC0-3EAE-C19F-91C0-369ECE611F79}"/>
              </a:ext>
            </a:extLst>
          </p:cNvPr>
          <p:cNvCxnSpPr>
            <a:cxnSpLocks/>
          </p:cNvCxnSpPr>
          <p:nvPr/>
        </p:nvCxnSpPr>
        <p:spPr>
          <a:xfrm>
            <a:off x="6537082" y="3886201"/>
            <a:ext cx="0" cy="93600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D23B9E3-22AF-E23A-1173-0501281BB4C7}"/>
              </a:ext>
            </a:extLst>
          </p:cNvPr>
          <p:cNvCxnSpPr>
            <a:cxnSpLocks/>
          </p:cNvCxnSpPr>
          <p:nvPr/>
        </p:nvCxnSpPr>
        <p:spPr>
          <a:xfrm>
            <a:off x="12420600" y="3875315"/>
            <a:ext cx="0" cy="93600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540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</TotalTime>
  <Words>396</Words>
  <Application>Microsoft Office PowerPoint</Application>
  <PresentationFormat>사용자 지정</PresentationFormat>
  <Paragraphs>43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Pretendard SemiBold</vt:lpstr>
      <vt:lpstr>Pretendard Regular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박효은</dc:creator>
  <cp:lastModifiedBy>PHE</cp:lastModifiedBy>
  <cp:revision>23</cp:revision>
  <dcterms:created xsi:type="dcterms:W3CDTF">2006-08-16T00:00:00Z</dcterms:created>
  <dcterms:modified xsi:type="dcterms:W3CDTF">2026-03-16T01:25:33Z</dcterms:modified>
</cp:coreProperties>
</file>