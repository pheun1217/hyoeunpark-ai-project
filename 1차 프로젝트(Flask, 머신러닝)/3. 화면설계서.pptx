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79" r:id="rId2"/>
    <p:sldId id="278" r:id="rId3"/>
  </p:sldIdLst>
  <p:sldSz cx="24384000" cy="13716000"/>
  <p:notesSz cx="6858000" cy="9144000"/>
  <p:embeddedFontLst>
    <p:embeddedFont>
      <p:font typeface="Pretendard SemiBold" panose="020B0600000101010101" charset="-127"/>
      <p:bold r:id="rId5"/>
    </p:embeddedFont>
    <p:embeddedFont>
      <p:font typeface="맑은 고딕" panose="020B0503020000020004" pitchFamily="50" charset="-127"/>
      <p:regular r:id="rId6"/>
      <p:bold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7036"/>
    <a:srgbClr val="3D4043"/>
    <a:srgbClr val="215968"/>
    <a:srgbClr val="95B3D7"/>
    <a:srgbClr val="DCE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DBE045-89A3-4FE7-BB42-E775F467DA01}" v="4" dt="2026-03-17T00:26:17.59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4" autoAdjust="0"/>
    <p:restoredTop sz="94899" autoAdjust="0"/>
  </p:normalViewPr>
  <p:slideViewPr>
    <p:cSldViewPr>
      <p:cViewPr varScale="1">
        <p:scale>
          <a:sx n="37" d="100"/>
          <a:sy n="37" d="100"/>
        </p:scale>
        <p:origin x="1051" y="25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효은 박" userId="ed5e51d8096ab67a" providerId="LiveId" clId="{FFCE466D-6BAE-4B6C-BC9C-9C2B75D8EC46}"/>
    <pc:docChg chg="undo redo custSel addSld delSld modSld sldOrd">
      <pc:chgData name="효은 박" userId="ed5e51d8096ab67a" providerId="LiveId" clId="{FFCE466D-6BAE-4B6C-BC9C-9C2B75D8EC46}" dt="2026-03-17T00:29:22.807" v="542" actId="6549"/>
      <pc:docMkLst>
        <pc:docMk/>
      </pc:docMkLst>
      <pc:sldChg chg="addSp delSp modSp mod">
        <pc:chgData name="효은 박" userId="ed5e51d8096ab67a" providerId="LiveId" clId="{FFCE466D-6BAE-4B6C-BC9C-9C2B75D8EC46}" dt="2026-03-15T17:34:58.727" v="486" actId="14100"/>
        <pc:sldMkLst>
          <pc:docMk/>
          <pc:sldMk cId="2328810439" sldId="278"/>
        </pc:sldMkLst>
        <pc:spChg chg="mod">
          <ac:chgData name="효은 박" userId="ed5e51d8096ab67a" providerId="LiveId" clId="{FFCE466D-6BAE-4B6C-BC9C-9C2B75D8EC46}" dt="2026-03-15T15:59:49.844" v="342" actId="14100"/>
          <ac:spMkLst>
            <pc:docMk/>
            <pc:sldMk cId="2328810439" sldId="278"/>
            <ac:spMk id="1025" creationId="{8E7D10AD-18C0-3B17-99AD-53CCB9B91316}"/>
          </ac:spMkLst>
        </pc:spChg>
        <pc:spChg chg="mod">
          <ac:chgData name="효은 박" userId="ed5e51d8096ab67a" providerId="LiveId" clId="{FFCE466D-6BAE-4B6C-BC9C-9C2B75D8EC46}" dt="2026-03-15T15:58:38.969" v="321" actId="1076"/>
          <ac:spMkLst>
            <pc:docMk/>
            <pc:sldMk cId="2328810439" sldId="278"/>
            <ac:spMk id="1027" creationId="{675DEC42-2C9A-BD7E-5D91-C8F4C5280301}"/>
          </ac:spMkLst>
        </pc:spChg>
        <pc:spChg chg="add mod">
          <ac:chgData name="효은 박" userId="ed5e51d8096ab67a" providerId="LiveId" clId="{FFCE466D-6BAE-4B6C-BC9C-9C2B75D8EC46}" dt="2026-03-15T15:58:58.658" v="333" actId="208"/>
          <ac:spMkLst>
            <pc:docMk/>
            <pc:sldMk cId="2328810439" sldId="278"/>
            <ac:spMk id="1071" creationId="{60AFBCFD-BDDF-AF7C-C6FB-FC1CE8E9824E}"/>
          </ac:spMkLst>
        </pc:spChg>
        <pc:grpChg chg="add del mod">
          <ac:chgData name="효은 박" userId="ed5e51d8096ab67a" providerId="LiveId" clId="{FFCE466D-6BAE-4B6C-BC9C-9C2B75D8EC46}" dt="2026-03-15T15:59:29.652" v="339" actId="1076"/>
          <ac:grpSpMkLst>
            <pc:docMk/>
            <pc:sldMk cId="2328810439" sldId="278"/>
            <ac:grpSpMk id="53" creationId="{B02C1B9C-BAED-844F-E0FD-BD521D4B8E7F}"/>
          </ac:grpSpMkLst>
        </pc:grpChg>
        <pc:grpChg chg="mod">
          <ac:chgData name="효은 박" userId="ed5e51d8096ab67a" providerId="LiveId" clId="{FFCE466D-6BAE-4B6C-BC9C-9C2B75D8EC46}" dt="2026-03-15T15:58:38.969" v="321" actId="1076"/>
          <ac:grpSpMkLst>
            <pc:docMk/>
            <pc:sldMk cId="2328810439" sldId="278"/>
            <ac:grpSpMk id="1029" creationId="{98FD8E3F-EDF1-4324-3805-04A26C004C61}"/>
          </ac:grpSpMkLst>
        </pc:grpChg>
        <pc:grpChg chg="mod">
          <ac:chgData name="효은 박" userId="ed5e51d8096ab67a" providerId="LiveId" clId="{FFCE466D-6BAE-4B6C-BC9C-9C2B75D8EC46}" dt="2026-03-15T17:34:58.727" v="486" actId="14100"/>
          <ac:grpSpMkLst>
            <pc:docMk/>
            <pc:sldMk cId="2328810439" sldId="278"/>
            <ac:grpSpMk id="1055" creationId="{8885CACE-7027-2A02-7385-9ECF219076D7}"/>
          </ac:grpSpMkLst>
        </pc:grpChg>
        <pc:graphicFrameChg chg="mod modGraphic">
          <ac:chgData name="효은 박" userId="ed5e51d8096ab67a" providerId="LiveId" clId="{FFCE466D-6BAE-4B6C-BC9C-9C2B75D8EC46}" dt="2026-03-15T17:16:16.908" v="478" actId="20577"/>
          <ac:graphicFrameMkLst>
            <pc:docMk/>
            <pc:sldMk cId="2328810439" sldId="278"/>
            <ac:graphicFrameMk id="28" creationId="{F5CC4946-E1B8-2ECD-194B-7CCC8D187615}"/>
          </ac:graphicFrameMkLst>
        </pc:graphicFrameChg>
        <pc:picChg chg="mod">
          <ac:chgData name="효은 박" userId="ed5e51d8096ab67a" providerId="LiveId" clId="{FFCE466D-6BAE-4B6C-BC9C-9C2B75D8EC46}" dt="2026-03-15T15:58:38.969" v="321" actId="1076"/>
          <ac:picMkLst>
            <pc:docMk/>
            <pc:sldMk cId="2328810439" sldId="278"/>
            <ac:picMk id="34" creationId="{D5C8ACF5-4178-05B6-3162-1D9C60360E39}"/>
          </ac:picMkLst>
        </pc:picChg>
        <pc:picChg chg="mod">
          <ac:chgData name="효은 박" userId="ed5e51d8096ab67a" providerId="LiveId" clId="{FFCE466D-6BAE-4B6C-BC9C-9C2B75D8EC46}" dt="2026-03-15T15:58:38.969" v="321" actId="1076"/>
          <ac:picMkLst>
            <pc:docMk/>
            <pc:sldMk cId="2328810439" sldId="278"/>
            <ac:picMk id="36" creationId="{B2D827D7-33E6-F834-B454-D433E51CBD2B}"/>
          </ac:picMkLst>
        </pc:picChg>
        <pc:picChg chg="mod modCrop">
          <ac:chgData name="효은 박" userId="ed5e51d8096ab67a" providerId="LiveId" clId="{FFCE466D-6BAE-4B6C-BC9C-9C2B75D8EC46}" dt="2026-03-15T16:01:16.746" v="363" actId="1076"/>
          <ac:picMkLst>
            <pc:docMk/>
            <pc:sldMk cId="2328810439" sldId="278"/>
            <ac:picMk id="1024" creationId="{E2BD84CD-E5E2-595B-C110-B0594351A1CA}"/>
          </ac:picMkLst>
        </pc:picChg>
        <pc:picChg chg="mod">
          <ac:chgData name="효은 박" userId="ed5e51d8096ab67a" providerId="LiveId" clId="{FFCE466D-6BAE-4B6C-BC9C-9C2B75D8EC46}" dt="2026-03-15T15:58:38.969" v="321" actId="1076"/>
          <ac:picMkLst>
            <pc:docMk/>
            <pc:sldMk cId="2328810439" sldId="278"/>
            <ac:picMk id="1026" creationId="{F22C2C60-2423-6920-544D-C020FCF61A16}"/>
          </ac:picMkLst>
        </pc:picChg>
        <pc:picChg chg="add mod">
          <ac:chgData name="효은 박" userId="ed5e51d8096ab67a" providerId="LiveId" clId="{FFCE466D-6BAE-4B6C-BC9C-9C2B75D8EC46}" dt="2026-03-15T16:04:46.115" v="420" actId="1076"/>
          <ac:picMkLst>
            <pc:docMk/>
            <pc:sldMk cId="2328810439" sldId="278"/>
            <ac:picMk id="1064" creationId="{25243FC8-BED1-864D-9989-EBB08E5D4689}"/>
          </ac:picMkLst>
        </pc:picChg>
        <pc:picChg chg="add mod ord modCrop">
          <ac:chgData name="효은 박" userId="ed5e51d8096ab67a" providerId="LiveId" clId="{FFCE466D-6BAE-4B6C-BC9C-9C2B75D8EC46}" dt="2026-03-15T16:04:10.001" v="413" actId="14100"/>
          <ac:picMkLst>
            <pc:docMk/>
            <pc:sldMk cId="2328810439" sldId="278"/>
            <ac:picMk id="1068" creationId="{48D1A3A8-5DFF-CF6C-7395-464C90ACF48F}"/>
          </ac:picMkLst>
        </pc:picChg>
        <pc:picChg chg="add mod">
          <ac:chgData name="효은 박" userId="ed5e51d8096ab67a" providerId="LiveId" clId="{FFCE466D-6BAE-4B6C-BC9C-9C2B75D8EC46}" dt="2026-03-15T16:04:16.076" v="414" actId="14100"/>
          <ac:picMkLst>
            <pc:docMk/>
            <pc:sldMk cId="2328810439" sldId="278"/>
            <ac:picMk id="1070" creationId="{461A8676-EE9E-0311-D3BA-21A6CD84D75D}"/>
          </ac:picMkLst>
        </pc:picChg>
        <pc:picChg chg="add mod">
          <ac:chgData name="효은 박" userId="ed5e51d8096ab67a" providerId="LiveId" clId="{FFCE466D-6BAE-4B6C-BC9C-9C2B75D8EC46}" dt="2026-03-15T16:02:43.020" v="386" actId="1076"/>
          <ac:picMkLst>
            <pc:docMk/>
            <pc:sldMk cId="2328810439" sldId="278"/>
            <ac:picMk id="1074" creationId="{8D525DE0-9FD2-1E6C-9D9F-A1913EE2D5B1}"/>
          </ac:picMkLst>
        </pc:picChg>
        <pc:picChg chg="add mod">
          <ac:chgData name="효은 박" userId="ed5e51d8096ab67a" providerId="LiveId" clId="{FFCE466D-6BAE-4B6C-BC9C-9C2B75D8EC46}" dt="2026-03-15T16:03:18.070" v="400" actId="1076"/>
          <ac:picMkLst>
            <pc:docMk/>
            <pc:sldMk cId="2328810439" sldId="278"/>
            <ac:picMk id="1076" creationId="{1AC9B88A-CE50-B688-5F8D-E45C3D93D87A}"/>
          </ac:picMkLst>
        </pc:picChg>
        <pc:picChg chg="add mod">
          <ac:chgData name="효은 박" userId="ed5e51d8096ab67a" providerId="LiveId" clId="{FFCE466D-6BAE-4B6C-BC9C-9C2B75D8EC46}" dt="2026-03-15T16:03:58.497" v="411" actId="1076"/>
          <ac:picMkLst>
            <pc:docMk/>
            <pc:sldMk cId="2328810439" sldId="278"/>
            <ac:picMk id="1078" creationId="{89A93EAC-B2B6-6978-7118-8D6271E38764}"/>
          </ac:picMkLst>
        </pc:picChg>
      </pc:sldChg>
      <pc:sldChg chg="addSp delSp modSp new mod ord">
        <pc:chgData name="효은 박" userId="ed5e51d8096ab67a" providerId="LiveId" clId="{FFCE466D-6BAE-4B6C-BC9C-9C2B75D8EC46}" dt="2026-03-17T00:29:22.807" v="542" actId="6549"/>
        <pc:sldMkLst>
          <pc:docMk/>
          <pc:sldMk cId="3390313092" sldId="279"/>
        </pc:sldMkLst>
        <pc:spChg chg="add mod">
          <ac:chgData name="효은 박" userId="ed5e51d8096ab67a" providerId="LiveId" clId="{FFCE466D-6BAE-4B6C-BC9C-9C2B75D8EC46}" dt="2026-03-15T15:38:04.619" v="2"/>
          <ac:spMkLst>
            <pc:docMk/>
            <pc:sldMk cId="3390313092" sldId="279"/>
            <ac:spMk id="3" creationId="{839FE926-9C56-1797-7022-0ECFD6616920}"/>
          </ac:spMkLst>
        </pc:spChg>
        <pc:spChg chg="add mod">
          <ac:chgData name="효은 박" userId="ed5e51d8096ab67a" providerId="LiveId" clId="{FFCE466D-6BAE-4B6C-BC9C-9C2B75D8EC46}" dt="2026-03-17T00:25:43.359" v="508"/>
          <ac:spMkLst>
            <pc:docMk/>
            <pc:sldMk cId="3390313092" sldId="279"/>
            <ac:spMk id="4" creationId="{629FF58F-B650-733F-7CC2-E68FD770B3DB}"/>
          </ac:spMkLst>
        </pc:spChg>
        <pc:spChg chg="add mod">
          <ac:chgData name="효은 박" userId="ed5e51d8096ab67a" providerId="LiveId" clId="{FFCE466D-6BAE-4B6C-BC9C-9C2B75D8EC46}" dt="2026-03-17T00:29:22.807" v="542" actId="6549"/>
          <ac:spMkLst>
            <pc:docMk/>
            <pc:sldMk cId="3390313092" sldId="279"/>
            <ac:spMk id="7" creationId="{0AC286F3-58DD-1FBD-3824-7753E6C3A10B}"/>
          </ac:spMkLst>
        </pc:spChg>
        <pc:grpChg chg="add del mod">
          <ac:chgData name="효은 박" userId="ed5e51d8096ab67a" providerId="LiveId" clId="{FFCE466D-6BAE-4B6C-BC9C-9C2B75D8EC46}" dt="2026-03-17T00:25:47.257" v="509" actId="478"/>
          <ac:grpSpMkLst>
            <pc:docMk/>
            <pc:sldMk cId="3390313092" sldId="279"/>
            <ac:grpSpMk id="6" creationId="{E890BF0B-854C-BCA9-F770-31517DF57C0D}"/>
          </ac:grpSpMkLst>
        </pc:grpChg>
        <pc:picChg chg="add mod">
          <ac:chgData name="효은 박" userId="ed5e51d8096ab67a" providerId="LiveId" clId="{FFCE466D-6BAE-4B6C-BC9C-9C2B75D8EC46}" dt="2026-03-17T00:26:17.595" v="537"/>
          <ac:picMkLst>
            <pc:docMk/>
            <pc:sldMk cId="3390313092" sldId="279"/>
            <ac:picMk id="8" creationId="{5A1830D0-5F5A-7D83-193D-CF2772340DC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55D45-D9B2-4958-8622-AF1B8D403FE2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7C5C6-44CC-47B0-B062-1D97C0B45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012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jpg"/><Relationship Id="rId18" Type="http://schemas.microsoft.com/office/2007/relationships/hdphoto" Target="../media/hdphoto4.wdp"/><Relationship Id="rId26" Type="http://schemas.openxmlformats.org/officeDocument/2006/relationships/image" Target="../media/image20.png"/><Relationship Id="rId3" Type="http://schemas.microsoft.com/office/2007/relationships/hdphoto" Target="../media/hdphoto2.wdp"/><Relationship Id="rId21" Type="http://schemas.openxmlformats.org/officeDocument/2006/relationships/image" Target="../media/image17.png"/><Relationship Id="rId7" Type="http://schemas.openxmlformats.org/officeDocument/2006/relationships/image" Target="../media/image6.png"/><Relationship Id="rId12" Type="http://schemas.microsoft.com/office/2007/relationships/hdphoto" Target="../media/hdphoto3.wdp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4.png"/><Relationship Id="rId20" Type="http://schemas.microsoft.com/office/2007/relationships/hdphoto" Target="../media/hdphoto5.wdp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microsoft.com/office/2007/relationships/hdphoto" Target="../media/hdphoto7.wdp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18.png"/><Relationship Id="rId28" Type="http://schemas.openxmlformats.org/officeDocument/2006/relationships/image" Target="../media/image21.png"/><Relationship Id="rId10" Type="http://schemas.openxmlformats.org/officeDocument/2006/relationships/image" Target="../media/image9.png"/><Relationship Id="rId19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Relationship Id="rId22" Type="http://schemas.microsoft.com/office/2007/relationships/hdphoto" Target="../media/hdphoto6.wdp"/><Relationship Id="rId27" Type="http://schemas.microsoft.com/office/2007/relationships/hdphoto" Target="../media/hdphoto8.wdp"/><Relationship Id="rId30" Type="http://schemas.microsoft.com/office/2007/relationships/hdphoto" Target="../media/hdphoto9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9FE926-9C56-1797-7022-0ECFD6616920}"/>
              </a:ext>
            </a:extLst>
          </p:cNvPr>
          <p:cNvSpPr txBox="1"/>
          <p:nvPr/>
        </p:nvSpPr>
        <p:spPr>
          <a:xfrm>
            <a:off x="11068050" y="11201400"/>
            <a:ext cx="2247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rPr>
              <a:t>박효은</a:t>
            </a: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0AC286F3-58DD-1FBD-3824-7753E6C3A10B}"/>
              </a:ext>
            </a:extLst>
          </p:cNvPr>
          <p:cNvSpPr txBox="1"/>
          <p:nvPr/>
        </p:nvSpPr>
        <p:spPr>
          <a:xfrm>
            <a:off x="5641975" y="3200400"/>
            <a:ext cx="13100050" cy="556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altLang="ko-KR" sz="12000" b="1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rPr>
              <a:t>		Seoul Air-Guard</a:t>
            </a:r>
            <a:r>
              <a:rPr lang="ko-KR" altLang="en-US" sz="96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rgbClr val="F27036"/>
                </a:solidFill>
                <a:latin typeface="+mj-ea"/>
                <a:cs typeface="Pretendard Light"/>
              </a:rPr>
              <a:t> </a:t>
            </a:r>
            <a:r>
              <a:rPr lang="ko-KR" altLang="en-US" sz="5400" spc="-200" dirty="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rPr>
              <a:t>서울시 구별 호흡기 환자 수 예측 시스템</a:t>
            </a:r>
            <a:endParaRPr lang="en-US" altLang="ko-KR" sz="5400" spc="-200" dirty="0">
              <a:ln>
                <a:solidFill>
                  <a:srgbClr val="002060"/>
                </a:solidFill>
              </a:ln>
              <a:solidFill>
                <a:srgbClr val="002060"/>
              </a:solidFill>
              <a:latin typeface="+mn-ea"/>
            </a:endParaRPr>
          </a:p>
          <a:p>
            <a:pPr algn="ctr">
              <a:lnSpc>
                <a:spcPct val="116199"/>
              </a:lnSpc>
            </a:pPr>
            <a:endParaRPr lang="en-US" altLang="ko-KR" sz="5400" spc="-200" dirty="0">
              <a:ln>
                <a:solidFill>
                  <a:srgbClr val="002060"/>
                </a:solidFill>
              </a:ln>
              <a:solidFill>
                <a:srgbClr val="002060"/>
              </a:solidFill>
              <a:latin typeface="+mn-ea"/>
            </a:endParaRPr>
          </a:p>
          <a:p>
            <a:pPr algn="ctr">
              <a:lnSpc>
                <a:spcPct val="116199"/>
              </a:lnSpc>
            </a:pPr>
            <a:r>
              <a:rPr lang="ko-KR" altLang="en-US" sz="5400" spc="-200">
                <a:ln>
                  <a:solidFill>
                    <a:srgbClr val="002060"/>
                  </a:solidFill>
                </a:ln>
                <a:solidFill>
                  <a:srgbClr val="002060"/>
                </a:solidFill>
                <a:latin typeface="+mn-ea"/>
              </a:rPr>
              <a:t>화면설계서</a:t>
            </a:r>
            <a:endParaRPr lang="en-US" altLang="ko-KR" sz="3200" spc="-200" dirty="0">
              <a:ln>
                <a:solidFill>
                  <a:srgbClr val="002060"/>
                </a:solidFill>
              </a:ln>
              <a:solidFill>
                <a:srgbClr val="002060"/>
              </a:solidFill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A1830D0-5F5A-7D83-193D-CF2772340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48400" y="3581400"/>
            <a:ext cx="1066800" cy="129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13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FEE95-7522-085E-0610-0D7F7F5D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F5CC4946-E1B8-2ECD-194B-7CCC8D187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200669"/>
              </p:ext>
            </p:extLst>
          </p:nvPr>
        </p:nvGraphicFramePr>
        <p:xfrm>
          <a:off x="18341600" y="451650"/>
          <a:ext cx="5727134" cy="11139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3213">
                  <a:extLst>
                    <a:ext uri="{9D8B030D-6E8A-4147-A177-3AD203B41FA5}">
                      <a16:colId xmlns:a16="http://schemas.microsoft.com/office/drawing/2014/main" val="3377445969"/>
                    </a:ext>
                  </a:extLst>
                </a:gridCol>
                <a:gridCol w="5053921">
                  <a:extLst>
                    <a:ext uri="{9D8B030D-6E8A-4147-A177-3AD203B41FA5}">
                      <a16:colId xmlns:a16="http://schemas.microsoft.com/office/drawing/2014/main" val="4288044759"/>
                    </a:ext>
                  </a:extLst>
                </a:gridCol>
              </a:tblGrid>
              <a:tr h="99831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4800" spc="-200" dirty="0">
                          <a:ln>
                            <a:solidFill>
                              <a:srgbClr val="002060"/>
                            </a:solidFill>
                          </a:ln>
                          <a:solidFill>
                            <a:srgbClr val="00206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화면설계서</a:t>
                      </a:r>
                      <a:endParaRPr lang="ko-KR" altLang="en-US" sz="4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039370"/>
                  </a:ext>
                </a:extLst>
              </a:tr>
              <a:tr h="7551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/>
                        <a:t>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7232671"/>
                  </a:ext>
                </a:extLst>
              </a:tr>
              <a:tr h="11179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1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b="1"/>
                        <a:t>서비스 로고</a:t>
                      </a:r>
                      <a:r>
                        <a:rPr lang="en-US" altLang="ko-KR" sz="1800" b="1"/>
                        <a:t>(Seoul Air-Guard)</a:t>
                      </a:r>
                      <a:r>
                        <a:rPr lang="ko-KR" altLang="en-US" sz="1800" b="1"/>
                        <a:t>와 시스템 명칭 좌측에 배치</a:t>
                      </a:r>
                      <a:r>
                        <a:rPr lang="en-US" altLang="ko-KR" sz="1800" b="1"/>
                        <a:t>, </a:t>
                      </a:r>
                      <a:r>
                        <a:rPr lang="ko-KR" altLang="en-US" sz="1800" b="1"/>
                        <a:t>우측에는 로그인 및 회원가입 버튼이 있어 사용자 인증 기능을 제공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141797"/>
                  </a:ext>
                </a:extLst>
              </a:tr>
              <a:tr h="14234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2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b="1" dirty="0"/>
                        <a:t>실시간</a:t>
                      </a:r>
                      <a:r>
                        <a:rPr lang="en-US" altLang="ko-KR" sz="1800" b="1" dirty="0"/>
                        <a:t>, 3</a:t>
                      </a:r>
                      <a:r>
                        <a:rPr lang="ko-KR" altLang="en-US" sz="1800" b="1" dirty="0"/>
                        <a:t>일간의 데이터</a:t>
                      </a:r>
                      <a:r>
                        <a:rPr lang="en-US" altLang="ko-KR" sz="1800" b="1" dirty="0"/>
                        <a:t>(</a:t>
                      </a:r>
                      <a:r>
                        <a:rPr lang="ko-KR" altLang="en-US" sz="1800" b="1" dirty="0"/>
                        <a:t>미세먼지 농도</a:t>
                      </a:r>
                      <a:r>
                        <a:rPr lang="en-US" altLang="ko-KR" sz="1800" b="1" dirty="0"/>
                        <a:t>, </a:t>
                      </a:r>
                      <a:r>
                        <a:rPr lang="ko-KR" altLang="en-US" sz="1800" b="1" dirty="0"/>
                        <a:t>예상 환자 수</a:t>
                      </a:r>
                      <a:r>
                        <a:rPr lang="en-US" altLang="ko-KR" sz="1800" b="1" dirty="0"/>
                        <a:t>)</a:t>
                      </a:r>
                      <a:r>
                        <a:rPr lang="ko-KR" altLang="en-US" sz="1800" b="1" dirty="0"/>
                        <a:t>를 상단 카드 형태로 표시</a:t>
                      </a:r>
                      <a:r>
                        <a:rPr lang="en-US" altLang="ko-KR" sz="1800" b="1" dirty="0"/>
                        <a:t>, </a:t>
                      </a:r>
                      <a:r>
                        <a:rPr lang="ko-KR" altLang="en-US" sz="1800" b="1" dirty="0"/>
                        <a:t>실시간 및 예측 수치를 한눈에 비교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226244"/>
                  </a:ext>
                </a:extLst>
              </a:tr>
              <a:tr h="13932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3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b="1" dirty="0"/>
                        <a:t>메인 콘텐츠 영역으로</a:t>
                      </a:r>
                      <a:r>
                        <a:rPr lang="en-US" altLang="ko-KR" sz="1800" b="1" dirty="0"/>
                        <a:t>,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사용자가 특정 구를 클릭하면 </a:t>
                      </a:r>
                      <a:r>
                        <a:rPr lang="ko-KR" altLang="en-US" sz="1800" b="1" dirty="0"/>
                        <a:t>서울시 지도를 통해 </a:t>
                      </a:r>
                      <a:r>
                        <a:rPr lang="en-US" altLang="ko-KR" sz="1800" b="1" dirty="0"/>
                        <a:t>25</a:t>
                      </a:r>
                      <a:r>
                        <a:rPr lang="ko-KR" altLang="en-US" sz="1800" b="1" dirty="0"/>
                        <a:t>개 자치구별 호흡기 질환 위험도를 시각화</a:t>
                      </a:r>
                      <a:r>
                        <a:rPr lang="en-US" altLang="ko-KR" sz="1800" b="1" dirty="0"/>
                        <a:t>.</a:t>
                      </a:r>
                    </a:p>
                    <a:p>
                      <a:pPr algn="just" latinLnBrk="1"/>
                      <a:r>
                        <a:rPr lang="en-US" altLang="ko-KR" sz="1800" b="1" dirty="0"/>
                        <a:t>D+3(3</a:t>
                      </a:r>
                      <a:r>
                        <a:rPr lang="ko-KR" altLang="en-US" sz="1800" b="1" dirty="0"/>
                        <a:t>일 후</a:t>
                      </a:r>
                      <a:r>
                        <a:rPr lang="en-US" altLang="ko-KR" sz="1800" b="1" dirty="0"/>
                        <a:t>)</a:t>
                      </a:r>
                      <a:r>
                        <a:rPr lang="ko-KR" altLang="en-US" sz="1800" b="1" dirty="0"/>
                        <a:t> 예측치를 보여주는 것이 특징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155690"/>
                  </a:ext>
                </a:extLst>
              </a:tr>
              <a:tr h="13208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4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b="1" dirty="0"/>
                        <a:t>지도의 색상별 의미를 설명</a:t>
                      </a:r>
                      <a:endParaRPr lang="en-US" altLang="ko-KR" sz="1800" b="1" dirty="0"/>
                    </a:p>
                    <a:p>
                      <a:pPr algn="just" latinLnBrk="1"/>
                      <a:r>
                        <a:rPr lang="ko-KR" altLang="en-US" sz="1800" b="1" dirty="0"/>
                        <a:t>안전</a:t>
                      </a:r>
                      <a:r>
                        <a:rPr lang="en-US" altLang="ko-KR" sz="1800" b="1" dirty="0"/>
                        <a:t>(</a:t>
                      </a:r>
                      <a:r>
                        <a:rPr lang="ko-KR" altLang="en-US" sz="1800" b="1" dirty="0"/>
                        <a:t>초록</a:t>
                      </a:r>
                      <a:r>
                        <a:rPr lang="en-US" altLang="ko-KR" sz="1800" b="1" dirty="0"/>
                        <a:t>), </a:t>
                      </a:r>
                      <a:r>
                        <a:rPr lang="ko-KR" altLang="en-US" sz="1800" b="1" dirty="0"/>
                        <a:t>보통</a:t>
                      </a:r>
                      <a:r>
                        <a:rPr lang="en-US" altLang="ko-KR" sz="1800" b="1" dirty="0"/>
                        <a:t>(</a:t>
                      </a:r>
                      <a:r>
                        <a:rPr lang="ko-KR" altLang="en-US" sz="1800" b="1" dirty="0"/>
                        <a:t>노랑</a:t>
                      </a:r>
                      <a:r>
                        <a:rPr lang="en-US" altLang="ko-KR" sz="1800" b="1" dirty="0"/>
                        <a:t>), </a:t>
                      </a:r>
                      <a:r>
                        <a:rPr lang="ko-KR" altLang="en-US" sz="1800" b="1" dirty="0"/>
                        <a:t>주의</a:t>
                      </a:r>
                      <a:r>
                        <a:rPr lang="en-US" altLang="ko-KR" sz="1800" b="1" dirty="0"/>
                        <a:t>(</a:t>
                      </a:r>
                      <a:r>
                        <a:rPr lang="ko-KR" altLang="en-US" sz="1800" b="1" dirty="0"/>
                        <a:t>주황</a:t>
                      </a:r>
                      <a:r>
                        <a:rPr lang="en-US" altLang="ko-KR" sz="1800" b="1" dirty="0"/>
                        <a:t>), </a:t>
                      </a:r>
                      <a:r>
                        <a:rPr lang="ko-KR" altLang="en-US" sz="1800" b="1" dirty="0"/>
                        <a:t>위험</a:t>
                      </a:r>
                      <a:r>
                        <a:rPr lang="en-US" altLang="ko-KR" sz="1800" b="1" dirty="0"/>
                        <a:t>(</a:t>
                      </a:r>
                      <a:r>
                        <a:rPr lang="ko-KR" altLang="en-US" sz="1800" b="1" dirty="0"/>
                        <a:t>빨강</a:t>
                      </a:r>
                      <a:r>
                        <a:rPr lang="en-US" altLang="ko-KR" sz="1800" b="1" dirty="0"/>
                        <a:t>)**</a:t>
                      </a:r>
                      <a:r>
                        <a:rPr lang="ko-KR" altLang="en-US" sz="1800" b="1" dirty="0"/>
                        <a:t>의 </a:t>
                      </a:r>
                      <a:r>
                        <a:rPr lang="en-US" altLang="ko-KR" sz="1800" b="1" dirty="0"/>
                        <a:t>4</a:t>
                      </a:r>
                      <a:r>
                        <a:rPr lang="ko-KR" altLang="en-US" sz="1800" b="1" dirty="0"/>
                        <a:t>단계로 구분하여 직관적인 위험도를 전달</a:t>
                      </a:r>
                      <a:endParaRPr lang="en-US" altLang="ko-KR" sz="1800" b="1" dirty="0"/>
                    </a:p>
                    <a:p>
                      <a:pPr marL="0" algn="just" defTabSz="914400" rtl="0" eaLnBrk="1" latinLnBrk="1" hangingPunct="1"/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Lag 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변수 데이터셋이 이 지도의 색상을 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306702"/>
                  </a:ext>
                </a:extLst>
              </a:tr>
              <a:tr h="13307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5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b="1" dirty="0"/>
                        <a:t>로그인한 사용자의 맞춤형 데이터를 기반으로 한 개인별 행동 지침을 제공하는 아코디언 메뉴 형식의 컴포넌트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19297"/>
                  </a:ext>
                </a:extLst>
              </a:tr>
              <a:tr h="16260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6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사용자가 특정 구를 클릭하면 막대그래프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(Bar Chart)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통해 자치구별 변수 기여도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미세먼지 농도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기온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기저질환 데이터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/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소득수준</a:t>
                      </a:r>
                      <a:r>
                        <a:rPr lang="en-US" altLang="ko-KR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ko-KR" altLang="en-US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시각화하여</a:t>
                      </a: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미세먼지 노출 시점별 상관관계 및 예측 근거 제시</a:t>
                      </a:r>
                      <a:endParaRPr lang="en-US" altLang="ko-KR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1768549"/>
                  </a:ext>
                </a:extLst>
              </a:tr>
              <a:tr h="11734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7</a:t>
                      </a:r>
                      <a:endParaRPr lang="ko-KR" altLang="en-US" sz="1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800" b="1" dirty="0" err="1"/>
                        <a:t>푸터</a:t>
                      </a:r>
                      <a:r>
                        <a:rPr lang="ko-KR" altLang="en-US" sz="1800" b="1" dirty="0"/>
                        <a:t> 영역 </a:t>
                      </a:r>
                      <a:r>
                        <a:rPr lang="en-US" altLang="ko-KR" sz="1800" b="1" dirty="0"/>
                        <a:t>(</a:t>
                      </a:r>
                      <a:r>
                        <a:rPr lang="ko-KR" altLang="en-US" sz="1800" b="1" dirty="0"/>
                        <a:t>하단 바</a:t>
                      </a:r>
                      <a:r>
                        <a:rPr lang="en-US" altLang="ko-KR" sz="1800" b="1" dirty="0"/>
                        <a:t>)</a:t>
                      </a:r>
                    </a:p>
                    <a:p>
                      <a:pPr algn="just" latinLnBrk="1"/>
                      <a:r>
                        <a:rPr lang="ko-KR" altLang="en-US" sz="1800" b="1" dirty="0"/>
                        <a:t>회사소개</a:t>
                      </a:r>
                      <a:r>
                        <a:rPr lang="en-US" altLang="ko-KR" sz="1800" b="1" dirty="0"/>
                        <a:t>, </a:t>
                      </a:r>
                      <a:r>
                        <a:rPr lang="ko-KR" altLang="en-US" sz="1800" b="1" dirty="0"/>
                        <a:t>고객문의</a:t>
                      </a:r>
                      <a:r>
                        <a:rPr lang="en-US" altLang="ko-KR" sz="1800" b="1" dirty="0"/>
                        <a:t>, </a:t>
                      </a:r>
                      <a:r>
                        <a:rPr lang="ko-KR" altLang="en-US" sz="1800" b="1" dirty="0"/>
                        <a:t>공지사항</a:t>
                      </a:r>
                      <a:r>
                        <a:rPr lang="en-US" altLang="ko-KR" sz="1800" b="1" dirty="0"/>
                        <a:t>, </a:t>
                      </a:r>
                      <a:r>
                        <a:rPr lang="ko-KR" altLang="en-US" sz="1800" b="1" dirty="0"/>
                        <a:t>전화번호 등 서비스의 부가 정보 및 고객 지원 링크가 포함된 영역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0109235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5D1E7A28-344D-D615-EDE9-3049AD808AF4}"/>
              </a:ext>
            </a:extLst>
          </p:cNvPr>
          <p:cNvSpPr/>
          <p:nvPr/>
        </p:nvSpPr>
        <p:spPr>
          <a:xfrm>
            <a:off x="228063" y="457200"/>
            <a:ext cx="17845192" cy="130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2396" tIns="282396" rIns="282396" bIns="282396" numCol="1" spcCol="1270" rtlCol="0" anchor="ctr" anchorCtr="0">
            <a:noAutofit/>
          </a:bodyPr>
          <a:lstStyle/>
          <a:p>
            <a:pPr marL="0" indent="0" algn="ctr" defTabSz="2222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5000" kern="1200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02C1B9C-BAED-844F-E0FD-BD521D4B8E7F}"/>
              </a:ext>
            </a:extLst>
          </p:cNvPr>
          <p:cNvGrpSpPr/>
          <p:nvPr/>
        </p:nvGrpSpPr>
        <p:grpSpPr>
          <a:xfrm>
            <a:off x="790910" y="3967553"/>
            <a:ext cx="11481043" cy="1354458"/>
            <a:chOff x="855885" y="2628298"/>
            <a:chExt cx="14517617" cy="1977428"/>
          </a:xfrm>
        </p:grpSpPr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DE069BD3-F57F-847E-49B3-7869A3D77BFE}"/>
                </a:ext>
              </a:extLst>
            </p:cNvPr>
            <p:cNvGrpSpPr/>
            <p:nvPr/>
          </p:nvGrpSpPr>
          <p:grpSpPr>
            <a:xfrm>
              <a:off x="855885" y="2675311"/>
              <a:ext cx="3314839" cy="1846883"/>
              <a:chOff x="403884" y="2675311"/>
              <a:chExt cx="3314839" cy="1846883"/>
            </a:xfrm>
          </p:grpSpPr>
          <p:pic>
            <p:nvPicPr>
              <p:cNvPr id="1024" name="그림 1023">
                <a:extLst>
                  <a:ext uri="{FF2B5EF4-FFF2-40B4-BE49-F238E27FC236}">
                    <a16:creationId xmlns:a16="http://schemas.microsoft.com/office/drawing/2014/main" id="{E2BD84CD-E5E2-595B-C110-B0594351A1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rgbClr val="4F81BD">
                    <a:shade val="45000"/>
                    <a:satMod val="135000"/>
                  </a:srgb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110000"/>
                        </a14:imgEffect>
                      </a14:imgLayer>
                    </a14:imgProps>
                  </a:ext>
                </a:extLst>
              </a:blip>
              <a:srcRect l="1297" t="4975" r="3333" b="2725"/>
              <a:stretch>
                <a:fillRect/>
              </a:stretch>
            </p:blipFill>
            <p:spPr>
              <a:xfrm>
                <a:off x="433051" y="2696708"/>
                <a:ext cx="3230377" cy="1806498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025" name="사각형: 둥근 모서리 1024">
                <a:extLst>
                  <a:ext uri="{FF2B5EF4-FFF2-40B4-BE49-F238E27FC236}">
                    <a16:creationId xmlns:a16="http://schemas.microsoft.com/office/drawing/2014/main" id="{8E7D10AD-18C0-3B17-99AD-53CCB9B91316}"/>
                  </a:ext>
                </a:extLst>
              </p:cNvPr>
              <p:cNvSpPr/>
              <p:nvPr/>
            </p:nvSpPr>
            <p:spPr>
              <a:xfrm>
                <a:off x="403884" y="2675311"/>
                <a:ext cx="3314839" cy="1846883"/>
              </a:xfrm>
              <a:prstGeom prst="roundRect">
                <a:avLst>
                  <a:gd name="adj" fmla="val 5422"/>
                </a:avLst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82396" tIns="282396" rIns="282396" bIns="282396" numCol="1" spcCol="1270" rtlCol="0" anchor="ctr" anchorCtr="0">
                <a:noAutofit/>
              </a:bodyPr>
              <a:lstStyle/>
              <a:p>
                <a:pPr marL="0" indent="0" algn="ctr" defTabSz="2222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ko-KR" altLang="en-US" sz="5000" kern="1200" dirty="0"/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1380024C-C4C2-80D6-C220-55E2D245ABDE}"/>
                </a:ext>
              </a:extLst>
            </p:cNvPr>
            <p:cNvGrpSpPr/>
            <p:nvPr/>
          </p:nvGrpSpPr>
          <p:grpSpPr>
            <a:xfrm>
              <a:off x="4492523" y="2644497"/>
              <a:ext cx="3432830" cy="1961229"/>
              <a:chOff x="4492523" y="2644497"/>
              <a:chExt cx="3432830" cy="1961229"/>
            </a:xfrm>
          </p:grpSpPr>
          <p:pic>
            <p:nvPicPr>
              <p:cNvPr id="62" name="그림 61">
                <a:extLst>
                  <a:ext uri="{FF2B5EF4-FFF2-40B4-BE49-F238E27FC236}">
                    <a16:creationId xmlns:a16="http://schemas.microsoft.com/office/drawing/2014/main" id="{4BA22627-BEF3-E11C-777F-2903708DF8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 t="3481"/>
              <a:stretch>
                <a:fillRect/>
              </a:stretch>
            </p:blipFill>
            <p:spPr>
              <a:xfrm>
                <a:off x="4492523" y="2644497"/>
                <a:ext cx="3432830" cy="1961229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43B49436-B0FC-F25F-CD26-92B8EF20DE67}"/>
                  </a:ext>
                </a:extLst>
              </p:cNvPr>
              <p:cNvSpPr/>
              <p:nvPr/>
            </p:nvSpPr>
            <p:spPr>
              <a:xfrm>
                <a:off x="4577796" y="2675311"/>
                <a:ext cx="3234074" cy="1839029"/>
              </a:xfrm>
              <a:prstGeom prst="roundRect">
                <a:avLst>
                  <a:gd name="adj" fmla="val 5422"/>
                </a:avLst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82396" tIns="282396" rIns="282396" bIns="282396" numCol="1" spcCol="1270" rtlCol="0" anchor="ctr" anchorCtr="0">
                <a:noAutofit/>
              </a:bodyPr>
              <a:lstStyle/>
              <a:p>
                <a:pPr marL="0" indent="0" algn="ctr" defTabSz="2222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ko-KR" altLang="en-US" sz="5000" kern="1200" dirty="0"/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354AA229-90EE-57B1-2B86-419EB4293F14}"/>
                </a:ext>
              </a:extLst>
            </p:cNvPr>
            <p:cNvGrpSpPr/>
            <p:nvPr/>
          </p:nvGrpSpPr>
          <p:grpSpPr>
            <a:xfrm>
              <a:off x="8124189" y="2632791"/>
              <a:ext cx="3617645" cy="1961228"/>
              <a:chOff x="8527956" y="2635006"/>
              <a:chExt cx="3617645" cy="1961228"/>
            </a:xfrm>
          </p:grpSpPr>
          <p:pic>
            <p:nvPicPr>
              <p:cNvPr id="60" name="그림 59">
                <a:extLst>
                  <a:ext uri="{FF2B5EF4-FFF2-40B4-BE49-F238E27FC236}">
                    <a16:creationId xmlns:a16="http://schemas.microsoft.com/office/drawing/2014/main" id="{DD08A806-2CA3-680E-8935-49D2A084CF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527956" y="2635006"/>
                <a:ext cx="3617645" cy="1961228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61" name="사각형: 둥근 모서리 60">
                <a:extLst>
                  <a:ext uri="{FF2B5EF4-FFF2-40B4-BE49-F238E27FC236}">
                    <a16:creationId xmlns:a16="http://schemas.microsoft.com/office/drawing/2014/main" id="{1E803235-40D1-3DB2-14A2-730D69F807F1}"/>
                  </a:ext>
                </a:extLst>
              </p:cNvPr>
              <p:cNvSpPr/>
              <p:nvPr/>
            </p:nvSpPr>
            <p:spPr>
              <a:xfrm>
                <a:off x="8603684" y="2665549"/>
                <a:ext cx="3466190" cy="1847891"/>
              </a:xfrm>
              <a:prstGeom prst="roundRect">
                <a:avLst>
                  <a:gd name="adj" fmla="val 5422"/>
                </a:avLst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82396" tIns="282396" rIns="282396" bIns="282396" numCol="1" spcCol="1270" rtlCol="0" anchor="ctr" anchorCtr="0">
                <a:noAutofit/>
              </a:bodyPr>
              <a:lstStyle/>
              <a:p>
                <a:pPr marL="0" indent="0" algn="ctr" defTabSz="2222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ko-KR" altLang="en-US" sz="5000" kern="1200" dirty="0"/>
              </a:p>
            </p:txBody>
          </p:sp>
        </p:grp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C4CD39B7-4FE2-174F-6134-A385C1063D56}"/>
                </a:ext>
              </a:extLst>
            </p:cNvPr>
            <p:cNvGrpSpPr/>
            <p:nvPr/>
          </p:nvGrpSpPr>
          <p:grpSpPr>
            <a:xfrm>
              <a:off x="11981667" y="2628298"/>
              <a:ext cx="3391835" cy="1961228"/>
              <a:chOff x="12802633" y="2619224"/>
              <a:chExt cx="3391835" cy="1961228"/>
            </a:xfrm>
          </p:grpSpPr>
          <p:pic>
            <p:nvPicPr>
              <p:cNvPr id="58" name="그림 57">
                <a:extLst>
                  <a:ext uri="{FF2B5EF4-FFF2-40B4-BE49-F238E27FC236}">
                    <a16:creationId xmlns:a16="http://schemas.microsoft.com/office/drawing/2014/main" id="{5718A484-B1E7-AF53-A8CB-8F86C7DE70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2810331" y="2619224"/>
                <a:ext cx="3384136" cy="1961228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8EED6DDE-12CF-97FB-0937-D1B0D0334592}"/>
                  </a:ext>
                </a:extLst>
              </p:cNvPr>
              <p:cNvSpPr/>
              <p:nvPr/>
            </p:nvSpPr>
            <p:spPr>
              <a:xfrm>
                <a:off x="12802633" y="2644497"/>
                <a:ext cx="3391835" cy="1860493"/>
              </a:xfrm>
              <a:prstGeom prst="roundRect">
                <a:avLst>
                  <a:gd name="adj" fmla="val 5422"/>
                </a:avLst>
              </a:prstGeom>
              <a:noFill/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82396" tIns="282396" rIns="282396" bIns="282396" numCol="1" spcCol="1270" rtlCol="0" anchor="ctr" anchorCtr="0">
                <a:noAutofit/>
              </a:bodyPr>
              <a:lstStyle/>
              <a:p>
                <a:pPr marL="0" indent="0" algn="ctr" defTabSz="222250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ko-KR" altLang="en-US" sz="5000" kern="1200" dirty="0"/>
              </a:p>
            </p:txBody>
          </p:sp>
        </p:grpSp>
      </p:grp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EFD18778-ED79-FDEC-F5D1-5EA018EDD1CA}"/>
              </a:ext>
            </a:extLst>
          </p:cNvPr>
          <p:cNvSpPr/>
          <p:nvPr/>
        </p:nvSpPr>
        <p:spPr>
          <a:xfrm>
            <a:off x="8563576" y="8453807"/>
            <a:ext cx="1842714" cy="1521245"/>
          </a:xfrm>
          <a:custGeom>
            <a:avLst/>
            <a:gdLst>
              <a:gd name="csX0" fmla="*/ 0 w 1955668"/>
              <a:gd name="csY0" fmla="*/ 0 h 1521245"/>
              <a:gd name="csX1" fmla="*/ 1955668 w 1955668"/>
              <a:gd name="csY1" fmla="*/ 0 h 1521245"/>
              <a:gd name="csX2" fmla="*/ 1955668 w 1955668"/>
              <a:gd name="csY2" fmla="*/ 1521245 h 1521245"/>
              <a:gd name="csX3" fmla="*/ 0 w 1955668"/>
              <a:gd name="csY3" fmla="*/ 1521245 h 1521245"/>
              <a:gd name="csX4" fmla="*/ 0 w 1955668"/>
              <a:gd name="csY4" fmla="*/ 0 h 15212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55668" h="1521245">
                <a:moveTo>
                  <a:pt x="0" y="0"/>
                </a:moveTo>
                <a:lnTo>
                  <a:pt x="1955668" y="0"/>
                </a:lnTo>
                <a:lnTo>
                  <a:pt x="1955668" y="1521245"/>
                </a:lnTo>
                <a:lnTo>
                  <a:pt x="0" y="152124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285750" lvl="1" indent="-285750" algn="l" defTabSz="12446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ko-KR" altLang="en-US" sz="2800" kern="120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5EE7A9F-FAC8-E81F-47EF-ECF3E2C6A8B0}"/>
              </a:ext>
            </a:extLst>
          </p:cNvPr>
          <p:cNvGrpSpPr/>
          <p:nvPr/>
        </p:nvGrpSpPr>
        <p:grpSpPr>
          <a:xfrm>
            <a:off x="228063" y="457200"/>
            <a:ext cx="17869192" cy="1257300"/>
            <a:chOff x="-1092384" y="1676400"/>
            <a:chExt cx="19048446" cy="1143000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AC1533C-4774-126C-6D19-FF10A036E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27188"/>
            <a:stretch>
              <a:fillRect/>
            </a:stretch>
          </p:blipFill>
          <p:spPr>
            <a:xfrm>
              <a:off x="-1092384" y="1676400"/>
              <a:ext cx="19048446" cy="1143000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FE642A6-CBC1-8E0A-D8FC-1B723653B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178145" y="1676400"/>
              <a:ext cx="4662055" cy="1143000"/>
            </a:xfrm>
            <a:prstGeom prst="rect">
              <a:avLst/>
            </a:prstGeom>
          </p:spPr>
        </p:pic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98FD8E3F-EDF1-4324-3805-04A26C004C61}"/>
              </a:ext>
            </a:extLst>
          </p:cNvPr>
          <p:cNvGrpSpPr/>
          <p:nvPr/>
        </p:nvGrpSpPr>
        <p:grpSpPr>
          <a:xfrm>
            <a:off x="744925" y="5509170"/>
            <a:ext cx="11527027" cy="6620094"/>
            <a:chOff x="613584" y="5595864"/>
            <a:chExt cx="8135774" cy="5992896"/>
          </a:xfrm>
        </p:grpSpPr>
        <p:pic>
          <p:nvPicPr>
            <p:cNvPr id="1026" name="Picture 2" descr="서울소개 | 서울특별시">
              <a:extLst>
                <a:ext uri="{FF2B5EF4-FFF2-40B4-BE49-F238E27FC236}">
                  <a16:creationId xmlns:a16="http://schemas.microsoft.com/office/drawing/2014/main" id="{F22C2C60-2423-6920-544D-C020FCF61A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3584" y="6816904"/>
              <a:ext cx="5005317" cy="43054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D5C8ACF5-4178-05B6-3162-1D9C60360E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971225" y="10247903"/>
              <a:ext cx="789079" cy="970977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B2D827D7-33E6-F834-B454-D433E51CB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6250" b="59821" l="1887" r="91914">
                          <a14:foregroundMark x1="4582" y1="23214" x2="55526" y2="44643"/>
                          <a14:foregroundMark x1="55526" y1="44643" x2="24798" y2="50893"/>
                          <a14:foregroundMark x1="24798" y1="50893" x2="46092" y2="54464"/>
                          <a14:foregroundMark x1="46092" y1="54464" x2="19946" y2="44643"/>
                          <a14:foregroundMark x1="19946" y1="44643" x2="44474" y2="45536"/>
                          <a14:foregroundMark x1="44474" y1="45536" x2="9704" y2="46429"/>
                          <a14:foregroundMark x1="9704" y1="46429" x2="36388" y2="16964"/>
                          <a14:foregroundMark x1="36388" y1="16964" x2="50943" y2="18750"/>
                          <a14:foregroundMark x1="50943" y1="18750" x2="46631" y2="25000"/>
                          <a14:foregroundMark x1="54447" y1="17857" x2="74933" y2="18750"/>
                          <a14:foregroundMark x1="74933" y1="18750" x2="40431" y2="58929"/>
                          <a14:foregroundMark x1="40431" y1="58929" x2="6739" y2="47321"/>
                          <a14:foregroundMark x1="6739" y1="47321" x2="14016" y2="48214"/>
                          <a14:foregroundMark x1="2965" y1="27679" x2="8086" y2="46429"/>
                          <a14:foregroundMark x1="8086" y1="46429" x2="6739" y2="44643"/>
                          <a14:foregroundMark x1="1887" y1="50893" x2="3774" y2="50000"/>
                          <a14:foregroundMark x1="2965" y1="52679" x2="12938" y2="52679"/>
                          <a14:foregroundMark x1="12938" y1="52679" x2="7278" y2="53571"/>
                          <a14:foregroundMark x1="58221" y1="48214" x2="70889" y2="49107"/>
                          <a14:foregroundMark x1="70889" y1="49107" x2="73046" y2="52679"/>
                          <a14:foregroundMark x1="73854" y1="44643" x2="75472" y2="48214"/>
                          <a14:foregroundMark x1="73315" y1="39286" x2="73315" y2="45536"/>
                          <a14:foregroundMark x1="74663" y1="35714" x2="84636" y2="30357"/>
                          <a14:foregroundMark x1="84636" y1="30357" x2="77089" y2="16964"/>
                          <a14:foregroundMark x1="85984" y1="17857" x2="87062" y2="21429"/>
                          <a14:foregroundMark x1="83288" y1="25000" x2="89488" y2="31250"/>
                          <a14:foregroundMark x1="87332" y1="25000" x2="87871" y2="36607"/>
                          <a14:foregroundMark x1="89488" y1="25000" x2="89218" y2="28571"/>
                          <a14:foregroundMark x1="88410" y1="12500" x2="87601" y2="18750"/>
                          <a14:foregroundMark x1="87062" y1="19643" x2="92183" y2="21429"/>
                          <a14:foregroundMark x1="41509" y1="58036" x2="66577" y2="55357"/>
                          <a14:foregroundMark x1="66577" y1="55357" x2="54447" y2="50893"/>
                          <a14:foregroundMark x1="54447" y1="50893" x2="50674" y2="53571"/>
                          <a14:foregroundMark x1="60108" y1="59821" x2="75472" y2="54464"/>
                          <a14:foregroundMark x1="75472" y1="54464" x2="72507" y2="50000"/>
                        </a14:backgroundRemoval>
                      </a14:imgEffect>
                    </a14:imgLayer>
                  </a14:imgProps>
                </a:ext>
              </a:extLst>
            </a:blip>
            <a:srcRect l="-4665" r="4665" b="32347"/>
            <a:stretch>
              <a:fillRect/>
            </a:stretch>
          </p:blipFill>
          <p:spPr>
            <a:xfrm>
              <a:off x="699601" y="5603883"/>
              <a:ext cx="4910658" cy="1089010"/>
            </a:xfrm>
            <a:prstGeom prst="rect">
              <a:avLst/>
            </a:prstGeom>
          </p:spPr>
        </p:pic>
        <p:sp>
          <p:nvSpPr>
            <p:cNvPr id="1027" name="사각형: 둥근 모서리 1026">
              <a:extLst>
                <a:ext uri="{FF2B5EF4-FFF2-40B4-BE49-F238E27FC236}">
                  <a16:creationId xmlns:a16="http://schemas.microsoft.com/office/drawing/2014/main" id="{675DEC42-2C9A-BD7E-5D91-C8F4C5280301}"/>
                </a:ext>
              </a:extLst>
            </p:cNvPr>
            <p:cNvSpPr/>
            <p:nvPr/>
          </p:nvSpPr>
          <p:spPr>
            <a:xfrm>
              <a:off x="631627" y="5595864"/>
              <a:ext cx="8117731" cy="5992896"/>
            </a:xfrm>
            <a:prstGeom prst="roundRect">
              <a:avLst>
                <a:gd name="adj" fmla="val 2449"/>
              </a:avLst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2396" tIns="282396" rIns="282396" bIns="282396" numCol="1" spcCol="1270" rtlCol="0" anchor="ctr" anchorCtr="0">
              <a:noAutofit/>
            </a:bodyPr>
            <a:lstStyle/>
            <a:p>
              <a:pPr marL="0" indent="0" algn="ctr" defTabSz="2222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ko-KR" altLang="en-US" sz="5000" kern="1200" dirty="0"/>
            </a:p>
          </p:txBody>
        </p:sp>
      </p:grpSp>
      <p:pic>
        <p:nvPicPr>
          <p:cNvPr id="1041" name="그림 1040">
            <a:extLst>
              <a:ext uri="{FF2B5EF4-FFF2-40B4-BE49-F238E27FC236}">
                <a16:creationId xmlns:a16="http://schemas.microsoft.com/office/drawing/2014/main" id="{1843D85C-81D2-F981-104F-314C36661C94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62" y="1714500"/>
            <a:ext cx="17869191" cy="2013636"/>
          </a:xfrm>
          <a:prstGeom prst="rect">
            <a:avLst/>
          </a:prstGeom>
        </p:spPr>
      </p:pic>
      <p:grpSp>
        <p:nvGrpSpPr>
          <p:cNvPr id="1052" name="그룹 1051">
            <a:extLst>
              <a:ext uri="{FF2B5EF4-FFF2-40B4-BE49-F238E27FC236}">
                <a16:creationId xmlns:a16="http://schemas.microsoft.com/office/drawing/2014/main" id="{740E5DA4-F433-5999-1598-8C911DE90A78}"/>
              </a:ext>
            </a:extLst>
          </p:cNvPr>
          <p:cNvGrpSpPr/>
          <p:nvPr/>
        </p:nvGrpSpPr>
        <p:grpSpPr>
          <a:xfrm>
            <a:off x="234990" y="12471112"/>
            <a:ext cx="17845192" cy="1054388"/>
            <a:chOff x="234990" y="12301238"/>
            <a:chExt cx="17845192" cy="1224262"/>
          </a:xfrm>
        </p:grpSpPr>
        <p:pic>
          <p:nvPicPr>
            <p:cNvPr id="45" name="그림 44">
              <a:extLst>
                <a:ext uri="{FF2B5EF4-FFF2-40B4-BE49-F238E27FC236}">
                  <a16:creationId xmlns:a16="http://schemas.microsoft.com/office/drawing/2014/main" id="{D117137B-9C0F-D8DE-DAB0-CD38DAB936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34990" y="12301238"/>
              <a:ext cx="17845192" cy="1224262"/>
            </a:xfrm>
            <a:prstGeom prst="rect">
              <a:avLst/>
            </a:prstGeom>
          </p:spPr>
        </p:pic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14FF58E3-4045-E930-A0E5-D4586750E0CC}"/>
                </a:ext>
              </a:extLst>
            </p:cNvPr>
            <p:cNvSpPr txBox="1"/>
            <p:nvPr/>
          </p:nvSpPr>
          <p:spPr>
            <a:xfrm>
              <a:off x="812575" y="12728468"/>
              <a:ext cx="14266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chemeClr val="bg1"/>
                  </a:solidFill>
                </a:rPr>
                <a:t>회사소개</a:t>
              </a:r>
            </a:p>
          </p:txBody>
        </p:sp>
        <p:sp>
          <p:nvSpPr>
            <p:cNvPr id="1049" name="TextBox 1048">
              <a:extLst>
                <a:ext uri="{FF2B5EF4-FFF2-40B4-BE49-F238E27FC236}">
                  <a16:creationId xmlns:a16="http://schemas.microsoft.com/office/drawing/2014/main" id="{3ACBC29A-D75A-9FEE-40AB-7C701FDF3233}"/>
                </a:ext>
              </a:extLst>
            </p:cNvPr>
            <p:cNvSpPr txBox="1"/>
            <p:nvPr/>
          </p:nvSpPr>
          <p:spPr>
            <a:xfrm>
              <a:off x="2835112" y="12728467"/>
              <a:ext cx="14266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chemeClr val="bg1"/>
                  </a:solidFill>
                </a:rPr>
                <a:t>고객문의</a:t>
              </a:r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10F66529-ED8C-0A47-69CB-4A27825CBC66}"/>
                </a:ext>
              </a:extLst>
            </p:cNvPr>
            <p:cNvSpPr txBox="1"/>
            <p:nvPr/>
          </p:nvSpPr>
          <p:spPr>
            <a:xfrm>
              <a:off x="4677375" y="12728467"/>
              <a:ext cx="14266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chemeClr val="bg1"/>
                  </a:solidFill>
                </a:rPr>
                <a:t>공지사항</a:t>
              </a:r>
            </a:p>
          </p:txBody>
        </p:sp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2C90B86A-6D7D-383E-CD2A-125C34D86C29}"/>
                </a:ext>
              </a:extLst>
            </p:cNvPr>
            <p:cNvSpPr txBox="1"/>
            <p:nvPr/>
          </p:nvSpPr>
          <p:spPr>
            <a:xfrm>
              <a:off x="6238776" y="12728467"/>
              <a:ext cx="14266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 b="1" dirty="0">
                  <a:solidFill>
                    <a:schemeClr val="bg1"/>
                  </a:solidFill>
                </a:rPr>
                <a:t>전화번호</a:t>
              </a:r>
            </a:p>
          </p:txBody>
        </p:sp>
      </p:grpSp>
      <p:grpSp>
        <p:nvGrpSpPr>
          <p:cNvPr id="1055" name="그룹 1054">
            <a:extLst>
              <a:ext uri="{FF2B5EF4-FFF2-40B4-BE49-F238E27FC236}">
                <a16:creationId xmlns:a16="http://schemas.microsoft.com/office/drawing/2014/main" id="{8885CACE-7027-2A02-7385-9ECF219076D7}"/>
              </a:ext>
            </a:extLst>
          </p:cNvPr>
          <p:cNvGrpSpPr/>
          <p:nvPr/>
        </p:nvGrpSpPr>
        <p:grpSpPr>
          <a:xfrm>
            <a:off x="12573000" y="3970630"/>
            <a:ext cx="4957454" cy="1288596"/>
            <a:chOff x="12192000" y="3956097"/>
            <a:chExt cx="5338453" cy="1274362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78D38776-9552-DB7E-8812-DC4DFBD502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2282" t="9825" r="2265" b="15795"/>
            <a:stretch>
              <a:fillRect/>
            </a:stretch>
          </p:blipFill>
          <p:spPr>
            <a:xfrm>
              <a:off x="12268200" y="4038600"/>
              <a:ext cx="5181600" cy="946836"/>
            </a:xfrm>
            <a:prstGeom prst="rect">
              <a:avLst/>
            </a:prstGeom>
          </p:spPr>
        </p:pic>
        <p:sp>
          <p:nvSpPr>
            <p:cNvPr id="1054" name="사각형: 둥근 모서리 1053">
              <a:extLst>
                <a:ext uri="{FF2B5EF4-FFF2-40B4-BE49-F238E27FC236}">
                  <a16:creationId xmlns:a16="http://schemas.microsoft.com/office/drawing/2014/main" id="{ACDE0042-7F8F-3CA8-326D-D320D53BB15C}"/>
                </a:ext>
              </a:extLst>
            </p:cNvPr>
            <p:cNvSpPr/>
            <p:nvPr/>
          </p:nvSpPr>
          <p:spPr>
            <a:xfrm>
              <a:off x="12192000" y="3956097"/>
              <a:ext cx="5338453" cy="1274362"/>
            </a:xfrm>
            <a:prstGeom prst="roundRect">
              <a:avLst>
                <a:gd name="adj" fmla="val 5422"/>
              </a:avLst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2396" tIns="282396" rIns="282396" bIns="282396" numCol="1" spcCol="1270" rtlCol="0" anchor="ctr" anchorCtr="0">
              <a:noAutofit/>
            </a:bodyPr>
            <a:lstStyle/>
            <a:p>
              <a:pPr marL="0" indent="0" algn="ctr" defTabSz="2222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ko-KR" altLang="en-US" sz="5000" kern="1200" dirty="0"/>
            </a:p>
          </p:txBody>
        </p:sp>
      </p:grpSp>
      <p:pic>
        <p:nvPicPr>
          <p:cNvPr id="1064" name="그림 1063">
            <a:extLst>
              <a:ext uri="{FF2B5EF4-FFF2-40B4-BE49-F238E27FC236}">
                <a16:creationId xmlns:a16="http://schemas.microsoft.com/office/drawing/2014/main" id="{25243FC8-BED1-864D-9989-EBB08E5D468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57523" y="5701387"/>
            <a:ext cx="639852" cy="639852"/>
          </a:xfrm>
          <a:prstGeom prst="rect">
            <a:avLst/>
          </a:prstGeom>
        </p:spPr>
      </p:pic>
      <p:pic>
        <p:nvPicPr>
          <p:cNvPr id="1070" name="그림 1069">
            <a:extLst>
              <a:ext uri="{FF2B5EF4-FFF2-40B4-BE49-F238E27FC236}">
                <a16:creationId xmlns:a16="http://schemas.microsoft.com/office/drawing/2014/main" id="{461A8676-EE9E-0311-D3BA-21A6CD84D75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9932" b="89384" l="6000" r="90800">
                        <a14:foregroundMark x1="12000" y1="50000" x2="6000" y2="53425"/>
                        <a14:foregroundMark x1="90800" y1="50000" x2="90800" y2="50000"/>
                        <a14:foregroundMark x1="43200" y1="86644" x2="50800" y2="883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80965" y="10933882"/>
            <a:ext cx="682955" cy="797691"/>
          </a:xfrm>
          <a:prstGeom prst="rect">
            <a:avLst/>
          </a:prstGeom>
        </p:spPr>
      </p:pic>
      <p:sp>
        <p:nvSpPr>
          <p:cNvPr id="1071" name="직사각형 1070">
            <a:extLst>
              <a:ext uri="{FF2B5EF4-FFF2-40B4-BE49-F238E27FC236}">
                <a16:creationId xmlns:a16="http://schemas.microsoft.com/office/drawing/2014/main" id="{60AFBCFD-BDDF-AF7C-C6FB-FC1CE8E9824E}"/>
              </a:ext>
            </a:extLst>
          </p:cNvPr>
          <p:cNvSpPr/>
          <p:nvPr/>
        </p:nvSpPr>
        <p:spPr>
          <a:xfrm>
            <a:off x="761999" y="3728136"/>
            <a:ext cx="11678429" cy="1764893"/>
          </a:xfrm>
          <a:prstGeom prst="rect">
            <a:avLst/>
          </a:prstGeom>
          <a:noFill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82396" tIns="282396" rIns="282396" bIns="282396" numCol="1" spcCol="1270" rtlCol="0" anchor="ctr" anchorCtr="0">
            <a:noAutofit/>
          </a:bodyPr>
          <a:lstStyle/>
          <a:p>
            <a:pPr marL="0" indent="0" algn="ctr" defTabSz="2222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ko-KR" altLang="en-US" sz="5000" kern="1200" dirty="0"/>
          </a:p>
        </p:txBody>
      </p:sp>
      <p:pic>
        <p:nvPicPr>
          <p:cNvPr id="1068" name="그림 1067">
            <a:extLst>
              <a:ext uri="{FF2B5EF4-FFF2-40B4-BE49-F238E27FC236}">
                <a16:creationId xmlns:a16="http://schemas.microsoft.com/office/drawing/2014/main" id="{48D1A3A8-5DFF-CF6C-7395-464C90ACF48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926" t="32093" r="20554" b="22585"/>
          <a:stretch>
            <a:fillRect/>
          </a:stretch>
        </p:blipFill>
        <p:spPr>
          <a:xfrm>
            <a:off x="141590" y="3597665"/>
            <a:ext cx="1077610" cy="926530"/>
          </a:xfrm>
          <a:prstGeom prst="rect">
            <a:avLst/>
          </a:prstGeom>
        </p:spPr>
      </p:pic>
      <p:pic>
        <p:nvPicPr>
          <p:cNvPr id="1074" name="그림 1073">
            <a:extLst>
              <a:ext uri="{FF2B5EF4-FFF2-40B4-BE49-F238E27FC236}">
                <a16:creationId xmlns:a16="http://schemas.microsoft.com/office/drawing/2014/main" id="{8D525DE0-9FD2-1E6C-9D9F-A1913EE2D5B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ackgroundRemoval t="9924" b="91603" l="10000" r="91154">
                        <a14:foregroundMark x1="57692" y1="10305" x2="57692" y2="10305"/>
                        <a14:foregroundMark x1="91154" y1="50000" x2="91154" y2="50000"/>
                        <a14:foregroundMark x1="56538" y1="88550" x2="56538" y2="88550"/>
                        <a14:foregroundMark x1="56538" y1="91603" x2="56538" y2="916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518346" y="4091149"/>
            <a:ext cx="690819" cy="696132"/>
          </a:xfrm>
          <a:prstGeom prst="rect">
            <a:avLst/>
          </a:prstGeom>
        </p:spPr>
      </p:pic>
      <p:pic>
        <p:nvPicPr>
          <p:cNvPr id="1078" name="그림 1077">
            <a:extLst>
              <a:ext uri="{FF2B5EF4-FFF2-40B4-BE49-F238E27FC236}">
                <a16:creationId xmlns:a16="http://schemas.microsoft.com/office/drawing/2014/main" id="{89A93EAC-B2B6-6978-7118-8D6271E3876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ackgroundRemoval t="8209" b="89552" l="8532" r="89420">
                        <a14:foregroundMark x1="44710" y1="8209" x2="44710" y2="8209"/>
                        <a14:foregroundMark x1="11263" y1="41791" x2="11263" y2="41791"/>
                        <a14:foregroundMark x1="8532" y1="42910" x2="8532" y2="429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65432" y="12748120"/>
            <a:ext cx="755400" cy="69094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8843EF5-C772-C66C-1D25-712DDA976D6B}"/>
              </a:ext>
            </a:extLst>
          </p:cNvPr>
          <p:cNvGrpSpPr/>
          <p:nvPr/>
        </p:nvGrpSpPr>
        <p:grpSpPr>
          <a:xfrm>
            <a:off x="12573000" y="5518028"/>
            <a:ext cx="4957453" cy="6611767"/>
            <a:chOff x="12192000" y="5517497"/>
            <a:chExt cx="5338453" cy="6611767"/>
          </a:xfrm>
        </p:grpSpPr>
        <p:sp>
          <p:nvSpPr>
            <p:cNvPr id="1056" name="사각형: 둥근 모서리 1055">
              <a:extLst>
                <a:ext uri="{FF2B5EF4-FFF2-40B4-BE49-F238E27FC236}">
                  <a16:creationId xmlns:a16="http://schemas.microsoft.com/office/drawing/2014/main" id="{3D452E5A-7973-FD9D-A6BF-DADA2C7E1FB5}"/>
                </a:ext>
              </a:extLst>
            </p:cNvPr>
            <p:cNvSpPr/>
            <p:nvPr/>
          </p:nvSpPr>
          <p:spPr>
            <a:xfrm>
              <a:off x="12192000" y="5517497"/>
              <a:ext cx="5338453" cy="6611767"/>
            </a:xfrm>
            <a:prstGeom prst="roundRect">
              <a:avLst>
                <a:gd name="adj" fmla="val 2282"/>
              </a:avLst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2396" tIns="282396" rIns="282396" bIns="282396" numCol="1" spcCol="1270" rtlCol="0" anchor="ctr" anchorCtr="0">
              <a:noAutofit/>
            </a:bodyPr>
            <a:lstStyle/>
            <a:p>
              <a:pPr marL="0" indent="0" algn="ctr" defTabSz="2222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ko-KR" altLang="en-US" sz="5000" kern="1200" dirty="0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E805090-89B7-B178-0036-B4FF593F7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2261923" y="5600489"/>
              <a:ext cx="5187877" cy="6389061"/>
            </a:xfrm>
            <a:prstGeom prst="rect">
              <a:avLst/>
            </a:prstGeom>
          </p:spPr>
        </p:pic>
      </p:grpSp>
      <p:pic>
        <p:nvPicPr>
          <p:cNvPr id="1076" name="그림 1075">
            <a:extLst>
              <a:ext uri="{FF2B5EF4-FFF2-40B4-BE49-F238E27FC236}">
                <a16:creationId xmlns:a16="http://schemas.microsoft.com/office/drawing/2014/main" id="{1AC9B88A-CE50-B688-5F8D-E45C3D93D87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3586" b="91235" l="9924" r="93511">
                        <a14:foregroundMark x1="48092" y1="4382" x2="48092" y2="4382"/>
                        <a14:foregroundMark x1="9924" y1="39044" x2="9924" y2="39044"/>
                        <a14:foregroundMark x1="93893" y1="49004" x2="93893" y2="49004"/>
                        <a14:foregroundMark x1="52290" y1="91235" x2="52290" y2="9123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925800" y="5628706"/>
            <a:ext cx="734449" cy="703613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3FCCA9A2-DEFA-58B7-9494-58C4E75658DE}"/>
              </a:ext>
            </a:extLst>
          </p:cNvPr>
          <p:cNvGrpSpPr/>
          <p:nvPr/>
        </p:nvGrpSpPr>
        <p:grpSpPr>
          <a:xfrm>
            <a:off x="8763920" y="5819107"/>
            <a:ext cx="3191879" cy="4638370"/>
            <a:chOff x="8153534" y="5772808"/>
            <a:chExt cx="3191879" cy="573339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69CD270-97E9-3E18-6A28-792F228C0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8175216" y="5884009"/>
              <a:ext cx="3170197" cy="5622190"/>
            </a:xfrm>
            <a:prstGeom prst="rect">
              <a:avLst/>
            </a:prstGeom>
          </p:spPr>
        </p:pic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52E85EC3-6B23-45D8-7974-2E5B8BE59340}"/>
                </a:ext>
              </a:extLst>
            </p:cNvPr>
            <p:cNvSpPr/>
            <p:nvPr/>
          </p:nvSpPr>
          <p:spPr>
            <a:xfrm>
              <a:off x="8153534" y="5772808"/>
              <a:ext cx="3191879" cy="5733391"/>
            </a:xfrm>
            <a:prstGeom prst="roundRect">
              <a:avLst>
                <a:gd name="adj" fmla="val 5422"/>
              </a:avLst>
            </a:prstGeom>
            <a:noFill/>
            <a:ln w="381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82396" tIns="282396" rIns="282396" bIns="282396" numCol="1" spcCol="1270" rtlCol="0" anchor="ctr" anchorCtr="0">
              <a:noAutofit/>
            </a:bodyPr>
            <a:lstStyle/>
            <a:p>
              <a:pPr marL="0" indent="0" algn="ctr" defTabSz="2222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ko-KR" altLang="en-US" sz="5000" kern="1200" dirty="0"/>
            </a:p>
          </p:txBody>
        </p:sp>
      </p:grp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0BF316A-22D2-9909-C53F-5FAE26583BAF}"/>
              </a:ext>
            </a:extLst>
          </p:cNvPr>
          <p:cNvCxnSpPr/>
          <p:nvPr/>
        </p:nvCxnSpPr>
        <p:spPr>
          <a:xfrm flipV="1">
            <a:off x="5334000" y="7010400"/>
            <a:ext cx="3086832" cy="2209800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0D955C2-F948-8993-5147-D8C509C4609C}"/>
              </a:ext>
            </a:extLst>
          </p:cNvPr>
          <p:cNvCxnSpPr>
            <a:cxnSpLocks/>
          </p:cNvCxnSpPr>
          <p:nvPr/>
        </p:nvCxnSpPr>
        <p:spPr>
          <a:xfrm flipV="1">
            <a:off x="5334000" y="6972908"/>
            <a:ext cx="7239000" cy="2247292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D2E8D59C-669F-23C4-5EF8-6C6B44991BC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6618" b="89706" l="10000" r="92143">
                        <a14:foregroundMark x1="60000" y1="6618" x2="60000" y2="6618"/>
                        <a14:foregroundMark x1="92143" y1="47794" x2="92143" y2="477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37428" y="733952"/>
            <a:ext cx="805171" cy="78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10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spcFirstLastPara="0" vert="horz" wrap="square" lIns="282396" tIns="282396" rIns="282396" bIns="282396" numCol="1" spcCol="1270" anchor="ctr" anchorCtr="0">
        <a:noAutofit/>
      </a:bodyPr>
      <a:lstStyle>
        <a:defPPr marL="0" indent="0" algn="ctr" defTabSz="2222500" latinLnBrk="1">
          <a:lnSpc>
            <a:spcPct val="90000"/>
          </a:lnSpc>
          <a:spcBef>
            <a:spcPct val="0"/>
          </a:spcBef>
          <a:spcAft>
            <a:spcPct val="35000"/>
          </a:spcAft>
          <a:buNone/>
          <a:defRPr sz="5000" kern="1200" dirty="0"/>
        </a:defPPr>
      </a:lstStyle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hemeClr val="accent1">
            <a:hueOff val="0"/>
            <a:satOff val="0"/>
            <a:lumOff val="0"/>
            <a:alphaOff val="0"/>
          </a:schemeClr>
        </a:fillRef>
        <a:effectRef idx="0">
          <a:schemeClr val="accent1"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</TotalTime>
  <Words>209</Words>
  <Application>Microsoft Office PowerPoint</Application>
  <PresentationFormat>사용자 지정</PresentationFormat>
  <Paragraphs>29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Pretendard SemiBold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박효은</dc:creator>
  <cp:lastModifiedBy>PHE</cp:lastModifiedBy>
  <cp:revision>30</cp:revision>
  <dcterms:created xsi:type="dcterms:W3CDTF">2006-08-16T00:00:00Z</dcterms:created>
  <dcterms:modified xsi:type="dcterms:W3CDTF">2026-03-17T00:29:24Z</dcterms:modified>
</cp:coreProperties>
</file>