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"/>
  </p:notesMasterIdLst>
  <p:sldIdLst>
    <p:sldId id="256" r:id="rId2"/>
    <p:sldId id="266" r:id="rId3"/>
    <p:sldId id="273" r:id="rId4"/>
    <p:sldId id="279" r:id="rId5"/>
    <p:sldId id="282" r:id="rId6"/>
  </p:sldIdLst>
  <p:sldSz cx="24384000" cy="13716000"/>
  <p:notesSz cx="6858000" cy="9144000"/>
  <p:embeddedFontLst>
    <p:embeddedFont>
      <p:font typeface="Pretendard SemiBold" panose="020B0600000101010101" charset="-127"/>
      <p:bold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24D"/>
    <a:srgbClr val="2F5D50"/>
    <a:srgbClr val="1F3F35"/>
    <a:srgbClr val="6E8F7B"/>
    <a:srgbClr val="FCFAFE"/>
    <a:srgbClr val="14B423"/>
    <a:srgbClr val="FF0000"/>
    <a:srgbClr val="DCE6F2"/>
    <a:srgbClr val="3D4043"/>
    <a:srgbClr val="F27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9C6A33-973A-4192-870E-F395586A62EB}" v="17" dt="2026-03-24T01:07:39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787" autoAdjust="0"/>
  </p:normalViewPr>
  <p:slideViewPr>
    <p:cSldViewPr>
      <p:cViewPr>
        <p:scale>
          <a:sx n="33" d="100"/>
          <a:sy n="33" d="100"/>
        </p:scale>
        <p:origin x="1349" y="4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-15005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효은 박" userId="ed5e51d8096ab67a" providerId="LiveId" clId="{FFCE466D-6BAE-4B6C-BC9C-9C2B75D8EC46}"/>
    <pc:docChg chg="undo custSel modSld">
      <pc:chgData name="효은 박" userId="ed5e51d8096ab67a" providerId="LiveId" clId="{FFCE466D-6BAE-4B6C-BC9C-9C2B75D8EC46}" dt="2026-03-24T01:26:39.619" v="1023" actId="1076"/>
      <pc:docMkLst>
        <pc:docMk/>
      </pc:docMkLst>
      <pc:sldChg chg="addSp delSp modSp mod">
        <pc:chgData name="효은 박" userId="ed5e51d8096ab67a" providerId="LiveId" clId="{FFCE466D-6BAE-4B6C-BC9C-9C2B75D8EC46}" dt="2026-03-24T01:01:28.843" v="906" actId="1076"/>
        <pc:sldMkLst>
          <pc:docMk/>
          <pc:sldMk cId="1330003749" sldId="266"/>
        </pc:sldMkLst>
        <pc:spChg chg="mod">
          <ac:chgData name="효은 박" userId="ed5e51d8096ab67a" providerId="LiveId" clId="{FFCE466D-6BAE-4B6C-BC9C-9C2B75D8EC46}" dt="2026-03-24T01:01:28.843" v="906" actId="1076"/>
          <ac:spMkLst>
            <pc:docMk/>
            <pc:sldMk cId="1330003749" sldId="266"/>
            <ac:spMk id="2" creationId="{B3D8E7E5-6A5D-DA82-F431-EBDB57D2A95F}"/>
          </ac:spMkLst>
        </pc:spChg>
        <pc:spChg chg="del">
          <ac:chgData name="효은 박" userId="ed5e51d8096ab67a" providerId="LiveId" clId="{FFCE466D-6BAE-4B6C-BC9C-9C2B75D8EC46}" dt="2026-03-24T00:42:09.104" v="392" actId="478"/>
          <ac:spMkLst>
            <pc:docMk/>
            <pc:sldMk cId="1330003749" sldId="266"/>
            <ac:spMk id="8" creationId="{2762A9DB-A13E-A315-E817-695B05420B76}"/>
          </ac:spMkLst>
        </pc:spChg>
        <pc:spChg chg="mod">
          <ac:chgData name="효은 박" userId="ed5e51d8096ab67a" providerId="LiveId" clId="{FFCE466D-6BAE-4B6C-BC9C-9C2B75D8EC46}" dt="2026-03-24T01:01:25.615" v="905" actId="20577"/>
          <ac:spMkLst>
            <pc:docMk/>
            <pc:sldMk cId="1330003749" sldId="266"/>
            <ac:spMk id="12" creationId="{5B3E6633-3460-452B-9B60-9AD60FBF5B73}"/>
          </ac:spMkLst>
        </pc:spChg>
        <pc:spChg chg="mod">
          <ac:chgData name="효은 박" userId="ed5e51d8096ab67a" providerId="LiveId" clId="{FFCE466D-6BAE-4B6C-BC9C-9C2B75D8EC46}" dt="2026-03-24T00:57:03.944" v="861" actId="164"/>
          <ac:spMkLst>
            <pc:docMk/>
            <pc:sldMk cId="1330003749" sldId="266"/>
            <ac:spMk id="21" creationId="{9ED23554-C1B4-F400-FC69-B62028D30583}"/>
          </ac:spMkLst>
        </pc:spChg>
        <pc:spChg chg="mod">
          <ac:chgData name="효은 박" userId="ed5e51d8096ab67a" providerId="LiveId" clId="{FFCE466D-6BAE-4B6C-BC9C-9C2B75D8EC46}" dt="2026-03-24T00:58:23.872" v="876" actId="113"/>
          <ac:spMkLst>
            <pc:docMk/>
            <pc:sldMk cId="1330003749" sldId="266"/>
            <ac:spMk id="79" creationId="{20094A0A-ED4E-4F17-3F14-1BD3539B0C27}"/>
          </ac:spMkLst>
        </pc:spChg>
        <pc:spChg chg="mod">
          <ac:chgData name="효은 박" userId="ed5e51d8096ab67a" providerId="LiveId" clId="{FFCE466D-6BAE-4B6C-BC9C-9C2B75D8EC46}" dt="2026-03-24T00:55:50.541" v="841" actId="207"/>
          <ac:spMkLst>
            <pc:docMk/>
            <pc:sldMk cId="1330003749" sldId="266"/>
            <ac:spMk id="90" creationId="{28195ACB-8478-2EAC-99DA-C89197EBBAD6}"/>
          </ac:spMkLst>
        </pc:spChg>
        <pc:spChg chg="mod">
          <ac:chgData name="효은 박" userId="ed5e51d8096ab67a" providerId="LiveId" clId="{FFCE466D-6BAE-4B6C-BC9C-9C2B75D8EC46}" dt="2026-03-24T00:58:47.419" v="880" actId="1076"/>
          <ac:spMkLst>
            <pc:docMk/>
            <pc:sldMk cId="1330003749" sldId="266"/>
            <ac:spMk id="97" creationId="{1CC8895B-6DCD-6E09-86EA-6E4FC6A9758A}"/>
          </ac:spMkLst>
        </pc:spChg>
        <pc:grpChg chg="add mod">
          <ac:chgData name="효은 박" userId="ed5e51d8096ab67a" providerId="LiveId" clId="{FFCE466D-6BAE-4B6C-BC9C-9C2B75D8EC46}" dt="2026-03-24T00:57:37.342" v="866" actId="14100"/>
          <ac:grpSpMkLst>
            <pc:docMk/>
            <pc:sldMk cId="1330003749" sldId="266"/>
            <ac:grpSpMk id="9" creationId="{5F0F4517-5272-76DD-85DA-290581D5CA15}"/>
          </ac:grpSpMkLst>
        </pc:grpChg>
        <pc:grpChg chg="mod">
          <ac:chgData name="효은 박" userId="ed5e51d8096ab67a" providerId="LiveId" clId="{FFCE466D-6BAE-4B6C-BC9C-9C2B75D8EC46}" dt="2026-03-24T00:55:28.202" v="836" actId="1076"/>
          <ac:grpSpMkLst>
            <pc:docMk/>
            <pc:sldMk cId="1330003749" sldId="266"/>
            <ac:grpSpMk id="61" creationId="{A69C50D6-88FC-C400-2A19-F10E7AF63EAB}"/>
          </ac:grpSpMkLst>
        </pc:grpChg>
        <pc:picChg chg="mod ord">
          <ac:chgData name="효은 박" userId="ed5e51d8096ab67a" providerId="LiveId" clId="{FFCE466D-6BAE-4B6C-BC9C-9C2B75D8EC46}" dt="2026-03-24T00:55:37.457" v="839" actId="167"/>
          <ac:picMkLst>
            <pc:docMk/>
            <pc:sldMk cId="1330003749" sldId="266"/>
            <ac:picMk id="4" creationId="{D468BAE2-6957-D4E1-F0E0-9EA7180A5B90}"/>
          </ac:picMkLst>
        </pc:picChg>
        <pc:picChg chg="mod">
          <ac:chgData name="효은 박" userId="ed5e51d8096ab67a" providerId="LiveId" clId="{FFCE466D-6BAE-4B6C-BC9C-9C2B75D8EC46}" dt="2026-03-24T00:57:59.403" v="872" actId="14100"/>
          <ac:picMkLst>
            <pc:docMk/>
            <pc:sldMk cId="1330003749" sldId="266"/>
            <ac:picMk id="32" creationId="{99747A6F-5326-D4D8-0090-8AC6A26B744E}"/>
          </ac:picMkLst>
        </pc:picChg>
      </pc:sldChg>
      <pc:sldChg chg="addSp delSp modSp mod setBg">
        <pc:chgData name="효은 박" userId="ed5e51d8096ab67a" providerId="LiveId" clId="{FFCE466D-6BAE-4B6C-BC9C-9C2B75D8EC46}" dt="2026-03-24T01:02:10.826" v="909" actId="1076"/>
        <pc:sldMkLst>
          <pc:docMk/>
          <pc:sldMk cId="2976899712" sldId="273"/>
        </pc:sldMkLst>
        <pc:spChg chg="add del mod">
          <ac:chgData name="효은 박" userId="ed5e51d8096ab67a" providerId="LiveId" clId="{FFCE466D-6BAE-4B6C-BC9C-9C2B75D8EC46}" dt="2026-03-24T00:41:18.607" v="391" actId="478"/>
          <ac:spMkLst>
            <pc:docMk/>
            <pc:sldMk cId="2976899712" sldId="273"/>
            <ac:spMk id="3" creationId="{F18638BC-C418-ABC7-8C59-885AFCB569A6}"/>
          </ac:spMkLst>
        </pc:spChg>
        <pc:spChg chg="mod">
          <ac:chgData name="효은 박" userId="ed5e51d8096ab67a" providerId="LiveId" clId="{FFCE466D-6BAE-4B6C-BC9C-9C2B75D8EC46}" dt="2026-03-24T00:47:25.439" v="570" actId="20577"/>
          <ac:spMkLst>
            <pc:docMk/>
            <pc:sldMk cId="2976899712" sldId="273"/>
            <ac:spMk id="7" creationId="{BE5879A6-D60B-CCDA-930B-930744D9043E}"/>
          </ac:spMkLst>
        </pc:spChg>
        <pc:spChg chg="add mod">
          <ac:chgData name="효은 박" userId="ed5e51d8096ab67a" providerId="LiveId" clId="{FFCE466D-6BAE-4B6C-BC9C-9C2B75D8EC46}" dt="2026-03-24T01:02:10.826" v="909" actId="1076"/>
          <ac:spMkLst>
            <pc:docMk/>
            <pc:sldMk cId="2976899712" sldId="273"/>
            <ac:spMk id="8" creationId="{800EA5D4-3751-220D-A702-E8D19B830D7A}"/>
          </ac:spMkLst>
        </pc:spChg>
        <pc:spChg chg="mod">
          <ac:chgData name="효은 박" userId="ed5e51d8096ab67a" providerId="LiveId" clId="{FFCE466D-6BAE-4B6C-BC9C-9C2B75D8EC46}" dt="2026-03-24T00:47:50.211" v="608" actId="20577"/>
          <ac:spMkLst>
            <pc:docMk/>
            <pc:sldMk cId="2976899712" sldId="273"/>
            <ac:spMk id="11" creationId="{54B88DFD-5CEC-7185-2E0A-E2751A3A5D53}"/>
          </ac:spMkLst>
        </pc:spChg>
        <pc:spChg chg="mod">
          <ac:chgData name="효은 박" userId="ed5e51d8096ab67a" providerId="LiveId" clId="{FFCE466D-6BAE-4B6C-BC9C-9C2B75D8EC46}" dt="2026-03-24T00:52:24.785" v="825" actId="20577"/>
          <ac:spMkLst>
            <pc:docMk/>
            <pc:sldMk cId="2976899712" sldId="273"/>
            <ac:spMk id="22" creationId="{49C69BF1-F837-55BE-3097-B4F5AA8D67E7}"/>
          </ac:spMkLst>
        </pc:spChg>
        <pc:spChg chg="mod">
          <ac:chgData name="효은 박" userId="ed5e51d8096ab67a" providerId="LiveId" clId="{FFCE466D-6BAE-4B6C-BC9C-9C2B75D8EC46}" dt="2026-03-24T00:45:58.802" v="493" actId="165"/>
          <ac:spMkLst>
            <pc:docMk/>
            <pc:sldMk cId="2976899712" sldId="273"/>
            <ac:spMk id="25" creationId="{65CECE65-A710-AE3F-6DA2-C62CD181E542}"/>
          </ac:spMkLst>
        </pc:spChg>
        <pc:spChg chg="mod">
          <ac:chgData name="효은 박" userId="ed5e51d8096ab67a" providerId="LiveId" clId="{FFCE466D-6BAE-4B6C-BC9C-9C2B75D8EC46}" dt="2026-03-24T00:45:58.802" v="493" actId="165"/>
          <ac:spMkLst>
            <pc:docMk/>
            <pc:sldMk cId="2976899712" sldId="273"/>
            <ac:spMk id="29" creationId="{7DA6A158-CA95-B90B-EE57-75CF484DD89D}"/>
          </ac:spMkLst>
        </pc:spChg>
        <pc:spChg chg="mod">
          <ac:chgData name="효은 박" userId="ed5e51d8096ab67a" providerId="LiveId" clId="{FFCE466D-6BAE-4B6C-BC9C-9C2B75D8EC46}" dt="2026-03-24T00:45:58.802" v="493" actId="165"/>
          <ac:spMkLst>
            <pc:docMk/>
            <pc:sldMk cId="2976899712" sldId="273"/>
            <ac:spMk id="30" creationId="{D2215EF0-0F8B-DB8D-1D0A-369EA7BA5410}"/>
          </ac:spMkLst>
        </pc:spChg>
        <pc:spChg chg="mod">
          <ac:chgData name="효은 박" userId="ed5e51d8096ab67a" providerId="LiveId" clId="{FFCE466D-6BAE-4B6C-BC9C-9C2B75D8EC46}" dt="2026-03-24T00:45:58.802" v="493" actId="165"/>
          <ac:spMkLst>
            <pc:docMk/>
            <pc:sldMk cId="2976899712" sldId="273"/>
            <ac:spMk id="31" creationId="{A7F4AB97-E576-C5CB-E695-9949DB4157F0}"/>
          </ac:spMkLst>
        </pc:spChg>
        <pc:spChg chg="mod">
          <ac:chgData name="효은 박" userId="ed5e51d8096ab67a" providerId="LiveId" clId="{FFCE466D-6BAE-4B6C-BC9C-9C2B75D8EC46}" dt="2026-03-24T00:45:58.802" v="493" actId="165"/>
          <ac:spMkLst>
            <pc:docMk/>
            <pc:sldMk cId="2976899712" sldId="273"/>
            <ac:spMk id="32" creationId="{931C02FA-7B71-287D-E0E8-01A0CFE950A7}"/>
          </ac:spMkLst>
        </pc:spChg>
        <pc:spChg chg="mod">
          <ac:chgData name="효은 박" userId="ed5e51d8096ab67a" providerId="LiveId" clId="{FFCE466D-6BAE-4B6C-BC9C-9C2B75D8EC46}" dt="2026-03-24T00:48:05.973" v="677" actId="6549"/>
          <ac:spMkLst>
            <pc:docMk/>
            <pc:sldMk cId="2976899712" sldId="273"/>
            <ac:spMk id="38" creationId="{89F27CB2-0421-7B51-2A19-246805037B1D}"/>
          </ac:spMkLst>
        </pc:spChg>
        <pc:grpChg chg="add mod">
          <ac:chgData name="효은 박" userId="ed5e51d8096ab67a" providerId="LiveId" clId="{FFCE466D-6BAE-4B6C-BC9C-9C2B75D8EC46}" dt="2026-03-24T00:52:58.354" v="826" actId="14100"/>
          <ac:grpSpMkLst>
            <pc:docMk/>
            <pc:sldMk cId="2976899712" sldId="273"/>
            <ac:grpSpMk id="5" creationId="{CE0ECE9C-824E-3356-71F0-64216F1BD727}"/>
          </ac:grpSpMkLst>
        </pc:grpChg>
        <pc:grpChg chg="mod">
          <ac:chgData name="효은 박" userId="ed5e51d8096ab67a" providerId="LiveId" clId="{FFCE466D-6BAE-4B6C-BC9C-9C2B75D8EC46}" dt="2026-03-24T00:48:13.987" v="678" actId="164"/>
          <ac:grpSpMkLst>
            <pc:docMk/>
            <pc:sldMk cId="2976899712" sldId="273"/>
            <ac:grpSpMk id="26" creationId="{602541D0-A6B5-E4CA-0CDE-5B7A299027EC}"/>
          </ac:grpSpMkLst>
        </pc:grpChg>
        <pc:grpChg chg="mod topLvl">
          <ac:chgData name="효은 박" userId="ed5e51d8096ab67a" providerId="LiveId" clId="{FFCE466D-6BAE-4B6C-BC9C-9C2B75D8EC46}" dt="2026-03-24T00:48:13.987" v="678" actId="164"/>
          <ac:grpSpMkLst>
            <pc:docMk/>
            <pc:sldMk cId="2976899712" sldId="273"/>
            <ac:grpSpMk id="27" creationId="{29A0B333-6655-E527-B328-93A83185651F}"/>
          </ac:grpSpMkLst>
        </pc:grpChg>
        <pc:grpChg chg="mod">
          <ac:chgData name="효은 박" userId="ed5e51d8096ab67a" providerId="LiveId" clId="{FFCE466D-6BAE-4B6C-BC9C-9C2B75D8EC46}" dt="2026-03-24T00:45:58.802" v="493" actId="165"/>
          <ac:grpSpMkLst>
            <pc:docMk/>
            <pc:sldMk cId="2976899712" sldId="273"/>
            <ac:grpSpMk id="28" creationId="{F16651A0-22EC-F79D-59E3-A1E89E73C401}"/>
          </ac:grpSpMkLst>
        </pc:grpChg>
        <pc:grpChg chg="mod">
          <ac:chgData name="효은 박" userId="ed5e51d8096ab67a" providerId="LiveId" clId="{FFCE466D-6BAE-4B6C-BC9C-9C2B75D8EC46}" dt="2026-03-24T00:33:58.069" v="10" actId="1076"/>
          <ac:grpSpMkLst>
            <pc:docMk/>
            <pc:sldMk cId="2976899712" sldId="273"/>
            <ac:grpSpMk id="40" creationId="{DCFB2E31-1390-BD29-FEA1-981ED794AA20}"/>
          </ac:grpSpMkLst>
        </pc:grpChg>
        <pc:picChg chg="del">
          <ac:chgData name="효은 박" userId="ed5e51d8096ab67a" providerId="LiveId" clId="{FFCE466D-6BAE-4B6C-BC9C-9C2B75D8EC46}" dt="2026-03-24T00:45:42.360" v="490" actId="478"/>
          <ac:picMkLst>
            <pc:docMk/>
            <pc:sldMk cId="2976899712" sldId="273"/>
            <ac:picMk id="36" creationId="{FF668F5B-BBAF-2D4D-1F64-538EE88B429A}"/>
          </ac:picMkLst>
        </pc:picChg>
        <pc:picChg chg="mod topLvl">
          <ac:chgData name="효은 박" userId="ed5e51d8096ab67a" providerId="LiveId" clId="{FFCE466D-6BAE-4B6C-BC9C-9C2B75D8EC46}" dt="2026-03-24T00:48:13.987" v="678" actId="164"/>
          <ac:picMkLst>
            <pc:docMk/>
            <pc:sldMk cId="2976899712" sldId="273"/>
            <ac:picMk id="37" creationId="{1D2D5AC1-D1C6-6CEB-3D4C-A8293FA7D86B}"/>
          </ac:picMkLst>
        </pc:picChg>
        <pc:picChg chg="del">
          <ac:chgData name="효은 박" userId="ed5e51d8096ab67a" providerId="LiveId" clId="{FFCE466D-6BAE-4B6C-BC9C-9C2B75D8EC46}" dt="2026-03-24T00:45:43.946" v="491" actId="478"/>
          <ac:picMkLst>
            <pc:docMk/>
            <pc:sldMk cId="2976899712" sldId="273"/>
            <ac:picMk id="39" creationId="{9279C012-B760-0943-66DC-07EEC10A8554}"/>
          </ac:picMkLst>
        </pc:picChg>
      </pc:sldChg>
      <pc:sldChg chg="addSp modSp mod">
        <pc:chgData name="효은 박" userId="ed5e51d8096ab67a" providerId="LiveId" clId="{FFCE466D-6BAE-4B6C-BC9C-9C2B75D8EC46}" dt="2026-03-24T01:10:25.111" v="985" actId="14100"/>
        <pc:sldMkLst>
          <pc:docMk/>
          <pc:sldMk cId="2182880931" sldId="279"/>
        </pc:sldMkLst>
        <pc:spChg chg="mod">
          <ac:chgData name="효은 박" userId="ed5e51d8096ab67a" providerId="LiveId" clId="{FFCE466D-6BAE-4B6C-BC9C-9C2B75D8EC46}" dt="2026-03-24T01:04:57.591" v="943" actId="1076"/>
          <ac:spMkLst>
            <pc:docMk/>
            <pc:sldMk cId="2182880931" sldId="279"/>
            <ac:spMk id="14" creationId="{840FCA4F-DF7F-6DDE-D2A3-D94668DF5AC2}"/>
          </ac:spMkLst>
        </pc:spChg>
        <pc:spChg chg="mod">
          <ac:chgData name="효은 박" userId="ed5e51d8096ab67a" providerId="LiveId" clId="{FFCE466D-6BAE-4B6C-BC9C-9C2B75D8EC46}" dt="2026-03-24T01:04:25.340" v="938" actId="164"/>
          <ac:spMkLst>
            <pc:docMk/>
            <pc:sldMk cId="2182880931" sldId="279"/>
            <ac:spMk id="15" creationId="{60686DF1-4C4C-6496-4A7F-6997F330620D}"/>
          </ac:spMkLst>
        </pc:spChg>
        <pc:spChg chg="mod">
          <ac:chgData name="효은 박" userId="ed5e51d8096ab67a" providerId="LiveId" clId="{FFCE466D-6BAE-4B6C-BC9C-9C2B75D8EC46}" dt="2026-03-24T01:04:25.340" v="938" actId="164"/>
          <ac:spMkLst>
            <pc:docMk/>
            <pc:sldMk cId="2182880931" sldId="279"/>
            <ac:spMk id="17" creationId="{ACBEE05A-EAB6-3711-1976-EA16F4F827D1}"/>
          </ac:spMkLst>
        </pc:spChg>
        <pc:spChg chg="mod">
          <ac:chgData name="효은 박" userId="ed5e51d8096ab67a" providerId="LiveId" clId="{FFCE466D-6BAE-4B6C-BC9C-9C2B75D8EC46}" dt="2026-03-24T01:04:25.340" v="938" actId="164"/>
          <ac:spMkLst>
            <pc:docMk/>
            <pc:sldMk cId="2182880931" sldId="279"/>
            <ac:spMk id="22" creationId="{8DFF2E2B-B7B1-88C9-E680-740871A57106}"/>
          </ac:spMkLst>
        </pc:spChg>
        <pc:spChg chg="mod">
          <ac:chgData name="효은 박" userId="ed5e51d8096ab67a" providerId="LiveId" clId="{FFCE466D-6BAE-4B6C-BC9C-9C2B75D8EC46}" dt="2026-03-24T01:10:07.311" v="984" actId="255"/>
          <ac:spMkLst>
            <pc:docMk/>
            <pc:sldMk cId="2182880931" sldId="279"/>
            <ac:spMk id="32" creationId="{E8FAE8A7-6401-2A87-FB2F-D006AE7D66F4}"/>
          </ac:spMkLst>
        </pc:spChg>
        <pc:spChg chg="mod">
          <ac:chgData name="효은 박" userId="ed5e51d8096ab67a" providerId="LiveId" clId="{FFCE466D-6BAE-4B6C-BC9C-9C2B75D8EC46}" dt="2026-03-24T01:04:25.340" v="938" actId="164"/>
          <ac:spMkLst>
            <pc:docMk/>
            <pc:sldMk cId="2182880931" sldId="279"/>
            <ac:spMk id="33" creationId="{C66991F4-9741-A342-A500-8DF34E0AD782}"/>
          </ac:spMkLst>
        </pc:spChg>
        <pc:spChg chg="mod">
          <ac:chgData name="효은 박" userId="ed5e51d8096ab67a" providerId="LiveId" clId="{FFCE466D-6BAE-4B6C-BC9C-9C2B75D8EC46}" dt="2026-03-24T01:04:25.340" v="938" actId="164"/>
          <ac:spMkLst>
            <pc:docMk/>
            <pc:sldMk cId="2182880931" sldId="279"/>
            <ac:spMk id="36" creationId="{3C4CED1F-3243-4C57-3E44-25DE99A748CA}"/>
          </ac:spMkLst>
        </pc:spChg>
        <pc:spChg chg="mod">
          <ac:chgData name="효은 박" userId="ed5e51d8096ab67a" providerId="LiveId" clId="{FFCE466D-6BAE-4B6C-BC9C-9C2B75D8EC46}" dt="2026-03-24T01:07:39.672" v="974" actId="164"/>
          <ac:spMkLst>
            <pc:docMk/>
            <pc:sldMk cId="2182880931" sldId="279"/>
            <ac:spMk id="77" creationId="{B7E0398E-6CC4-BF87-D6AB-171515EE4C5E}"/>
          </ac:spMkLst>
        </pc:spChg>
        <pc:spChg chg="mod">
          <ac:chgData name="효은 박" userId="ed5e51d8096ab67a" providerId="LiveId" clId="{FFCE466D-6BAE-4B6C-BC9C-9C2B75D8EC46}" dt="2026-03-24T01:07:39.672" v="974" actId="164"/>
          <ac:spMkLst>
            <pc:docMk/>
            <pc:sldMk cId="2182880931" sldId="279"/>
            <ac:spMk id="85" creationId="{0622BF27-016B-3D19-C6CD-763650FC07A9}"/>
          </ac:spMkLst>
        </pc:spChg>
        <pc:spChg chg="mod">
          <ac:chgData name="효은 박" userId="ed5e51d8096ab67a" providerId="LiveId" clId="{FFCE466D-6BAE-4B6C-BC9C-9C2B75D8EC46}" dt="2026-03-24T01:07:39.672" v="974" actId="164"/>
          <ac:spMkLst>
            <pc:docMk/>
            <pc:sldMk cId="2182880931" sldId="279"/>
            <ac:spMk id="86" creationId="{1790DED8-2BE8-8120-BD62-071B993E590A}"/>
          </ac:spMkLst>
        </pc:spChg>
        <pc:grpChg chg="mod">
          <ac:chgData name="효은 박" userId="ed5e51d8096ab67a" providerId="LiveId" clId="{FFCE466D-6BAE-4B6C-BC9C-9C2B75D8EC46}" dt="2026-03-24T01:10:25.111" v="985" actId="14100"/>
          <ac:grpSpMkLst>
            <pc:docMk/>
            <pc:sldMk cId="2182880931" sldId="279"/>
            <ac:grpSpMk id="2" creationId="{F4F5F2DB-A197-DBE1-2EFE-911C706BC4D8}"/>
          </ac:grpSpMkLst>
        </pc:grpChg>
        <pc:grpChg chg="add mod">
          <ac:chgData name="효은 박" userId="ed5e51d8096ab67a" providerId="LiveId" clId="{FFCE466D-6BAE-4B6C-BC9C-9C2B75D8EC46}" dt="2026-03-24T01:07:42.575" v="975" actId="1076"/>
          <ac:grpSpMkLst>
            <pc:docMk/>
            <pc:sldMk cId="2182880931" sldId="279"/>
            <ac:grpSpMk id="7" creationId="{495CF432-5EBD-4C45-6B28-EBF0CB34182B}"/>
          </ac:grpSpMkLst>
        </pc:grpChg>
        <pc:picChg chg="add mod">
          <ac:chgData name="효은 박" userId="ed5e51d8096ab67a" providerId="LiveId" clId="{FFCE466D-6BAE-4B6C-BC9C-9C2B75D8EC46}" dt="2026-03-24T01:07:39.672" v="974" actId="164"/>
          <ac:picMkLst>
            <pc:docMk/>
            <pc:sldMk cId="2182880931" sldId="279"/>
            <ac:picMk id="6" creationId="{CAABB7AC-4DB3-58FD-199A-1168EA5F3F2B}"/>
          </ac:picMkLst>
        </pc:picChg>
        <pc:picChg chg="mod">
          <ac:chgData name="효은 박" userId="ed5e51d8096ab67a" providerId="LiveId" clId="{FFCE466D-6BAE-4B6C-BC9C-9C2B75D8EC46}" dt="2026-03-24T01:04:25.340" v="938" actId="164"/>
          <ac:picMkLst>
            <pc:docMk/>
            <pc:sldMk cId="2182880931" sldId="279"/>
            <ac:picMk id="35" creationId="{BA5C33E9-A5C2-3147-33BA-A3732EEAADA5}"/>
          </ac:picMkLst>
        </pc:picChg>
        <pc:picChg chg="mod">
          <ac:chgData name="효은 박" userId="ed5e51d8096ab67a" providerId="LiveId" clId="{FFCE466D-6BAE-4B6C-BC9C-9C2B75D8EC46}" dt="2026-03-24T01:05:04.521" v="944" actId="1076"/>
          <ac:picMkLst>
            <pc:docMk/>
            <pc:sldMk cId="2182880931" sldId="279"/>
            <ac:picMk id="52" creationId="{E1C467C5-658C-9630-F1E3-F2C81E78AC9B}"/>
          </ac:picMkLst>
        </pc:picChg>
        <pc:picChg chg="mod">
          <ac:chgData name="효은 박" userId="ed5e51d8096ab67a" providerId="LiveId" clId="{FFCE466D-6BAE-4B6C-BC9C-9C2B75D8EC46}" dt="2026-03-24T01:07:39.672" v="974" actId="164"/>
          <ac:picMkLst>
            <pc:docMk/>
            <pc:sldMk cId="2182880931" sldId="279"/>
            <ac:picMk id="58" creationId="{3F081BD8-528E-D1B6-9F2C-03BCF7834621}"/>
          </ac:picMkLst>
        </pc:picChg>
        <pc:picChg chg="mod">
          <ac:chgData name="효은 박" userId="ed5e51d8096ab67a" providerId="LiveId" clId="{FFCE466D-6BAE-4B6C-BC9C-9C2B75D8EC46}" dt="2026-03-24T01:04:44.710" v="940" actId="1076"/>
          <ac:picMkLst>
            <pc:docMk/>
            <pc:sldMk cId="2182880931" sldId="279"/>
            <ac:picMk id="71" creationId="{4D37364D-E23C-B78F-A0C7-81E8551142AA}"/>
          </ac:picMkLst>
        </pc:picChg>
        <pc:picChg chg="mod">
          <ac:chgData name="효은 박" userId="ed5e51d8096ab67a" providerId="LiveId" clId="{FFCE466D-6BAE-4B6C-BC9C-9C2B75D8EC46}" dt="2026-03-24T01:04:35.560" v="939" actId="2085"/>
          <ac:picMkLst>
            <pc:docMk/>
            <pc:sldMk cId="2182880931" sldId="279"/>
            <ac:picMk id="74" creationId="{510E7D01-042C-8551-613A-7CF94D772409}"/>
          </ac:picMkLst>
        </pc:picChg>
        <pc:picChg chg="mod">
          <ac:chgData name="효은 박" userId="ed5e51d8096ab67a" providerId="LiveId" clId="{FFCE466D-6BAE-4B6C-BC9C-9C2B75D8EC46}" dt="2026-03-24T01:04:35.560" v="939" actId="2085"/>
          <ac:picMkLst>
            <pc:docMk/>
            <pc:sldMk cId="2182880931" sldId="279"/>
            <ac:picMk id="75" creationId="{79C785FA-7A8F-A03F-9EFA-7C39ABD286EE}"/>
          </ac:picMkLst>
        </pc:picChg>
        <pc:picChg chg="mod">
          <ac:chgData name="효은 박" userId="ed5e51d8096ab67a" providerId="LiveId" clId="{FFCE466D-6BAE-4B6C-BC9C-9C2B75D8EC46}" dt="2026-03-24T01:07:39.672" v="974" actId="164"/>
          <ac:picMkLst>
            <pc:docMk/>
            <pc:sldMk cId="2182880931" sldId="279"/>
            <ac:picMk id="79" creationId="{7802728C-08CE-61AE-5E24-7A5077CA11BF}"/>
          </ac:picMkLst>
        </pc:picChg>
        <pc:picChg chg="mod">
          <ac:chgData name="효은 박" userId="ed5e51d8096ab67a" providerId="LiveId" clId="{FFCE466D-6BAE-4B6C-BC9C-9C2B75D8EC46}" dt="2026-03-24T01:07:39.672" v="974" actId="164"/>
          <ac:picMkLst>
            <pc:docMk/>
            <pc:sldMk cId="2182880931" sldId="279"/>
            <ac:picMk id="81" creationId="{12C16D45-124B-683F-60EC-C584A71202E9}"/>
          </ac:picMkLst>
        </pc:picChg>
        <pc:cxnChg chg="add mod">
          <ac:chgData name="효은 박" userId="ed5e51d8096ab67a" providerId="LiveId" clId="{FFCE466D-6BAE-4B6C-BC9C-9C2B75D8EC46}" dt="2026-03-24T01:07:39.672" v="974" actId="164"/>
          <ac:cxnSpMkLst>
            <pc:docMk/>
            <pc:sldMk cId="2182880931" sldId="279"/>
            <ac:cxnSpMk id="4" creationId="{403F855F-1EA6-F00A-1C82-47150D379FED}"/>
          </ac:cxnSpMkLst>
        </pc:cxnChg>
      </pc:sldChg>
      <pc:sldChg chg="modSp mod">
        <pc:chgData name="효은 박" userId="ed5e51d8096ab67a" providerId="LiveId" clId="{FFCE466D-6BAE-4B6C-BC9C-9C2B75D8EC46}" dt="2026-03-24T01:26:39.619" v="1023" actId="1076"/>
        <pc:sldMkLst>
          <pc:docMk/>
          <pc:sldMk cId="623144049" sldId="282"/>
        </pc:sldMkLst>
        <pc:spChg chg="mod">
          <ac:chgData name="효은 박" userId="ed5e51d8096ab67a" providerId="LiveId" clId="{FFCE466D-6BAE-4B6C-BC9C-9C2B75D8EC46}" dt="2026-03-24T01:22:29.450" v="986" actId="255"/>
          <ac:spMkLst>
            <pc:docMk/>
            <pc:sldMk cId="623144049" sldId="282"/>
            <ac:spMk id="3" creationId="{7865B779-97B3-7CC0-F3C3-DEF18084EA32}"/>
          </ac:spMkLst>
        </pc:spChg>
        <pc:spChg chg="mod">
          <ac:chgData name="효은 박" userId="ed5e51d8096ab67a" providerId="LiveId" clId="{FFCE466D-6BAE-4B6C-BC9C-9C2B75D8EC46}" dt="2026-03-24T01:24:49.829" v="1012" actId="1076"/>
          <ac:spMkLst>
            <pc:docMk/>
            <pc:sldMk cId="623144049" sldId="282"/>
            <ac:spMk id="6" creationId="{55241408-C1C5-DB20-DE30-26F2134D2F4E}"/>
          </ac:spMkLst>
        </pc:spChg>
        <pc:spChg chg="mod">
          <ac:chgData name="효은 박" userId="ed5e51d8096ab67a" providerId="LiveId" clId="{FFCE466D-6BAE-4B6C-BC9C-9C2B75D8EC46}" dt="2026-03-24T01:25:35.275" v="1016" actId="113"/>
          <ac:spMkLst>
            <pc:docMk/>
            <pc:sldMk cId="623144049" sldId="282"/>
            <ac:spMk id="25" creationId="{E7C38F25-37DA-CD0B-82F4-EB7C2859BD79}"/>
          </ac:spMkLst>
        </pc:spChg>
        <pc:spChg chg="mod">
          <ac:chgData name="효은 박" userId="ed5e51d8096ab67a" providerId="LiveId" clId="{FFCE466D-6BAE-4B6C-BC9C-9C2B75D8EC46}" dt="2026-03-24T01:23:05.788" v="993" actId="1076"/>
          <ac:spMkLst>
            <pc:docMk/>
            <pc:sldMk cId="623144049" sldId="282"/>
            <ac:spMk id="42" creationId="{34DD13FC-0C20-F798-13E0-2356AED85CDE}"/>
          </ac:spMkLst>
        </pc:spChg>
        <pc:spChg chg="mod">
          <ac:chgData name="효은 박" userId="ed5e51d8096ab67a" providerId="LiveId" clId="{FFCE466D-6BAE-4B6C-BC9C-9C2B75D8EC46}" dt="2026-03-24T01:23:48.340" v="1001" actId="14100"/>
          <ac:spMkLst>
            <pc:docMk/>
            <pc:sldMk cId="623144049" sldId="282"/>
            <ac:spMk id="45" creationId="{97779260-7074-8920-D370-3692BFE48B4D}"/>
          </ac:spMkLst>
        </pc:spChg>
        <pc:spChg chg="mod">
          <ac:chgData name="효은 박" userId="ed5e51d8096ab67a" providerId="LiveId" clId="{FFCE466D-6BAE-4B6C-BC9C-9C2B75D8EC46}" dt="2026-03-24T01:23:22.115" v="996" actId="14100"/>
          <ac:spMkLst>
            <pc:docMk/>
            <pc:sldMk cId="623144049" sldId="282"/>
            <ac:spMk id="46" creationId="{75925FBB-0694-C328-615D-DEE425B95AB6}"/>
          </ac:spMkLst>
        </pc:spChg>
        <pc:spChg chg="mod">
          <ac:chgData name="효은 박" userId="ed5e51d8096ab67a" providerId="LiveId" clId="{FFCE466D-6BAE-4B6C-BC9C-9C2B75D8EC46}" dt="2026-03-24T01:23:53.145" v="1002" actId="1076"/>
          <ac:spMkLst>
            <pc:docMk/>
            <pc:sldMk cId="623144049" sldId="282"/>
            <ac:spMk id="48" creationId="{E177BE0E-3108-A9B5-7CE0-15C46FDED171}"/>
          </ac:spMkLst>
        </pc:spChg>
        <pc:spChg chg="mod">
          <ac:chgData name="효은 박" userId="ed5e51d8096ab67a" providerId="LiveId" clId="{FFCE466D-6BAE-4B6C-BC9C-9C2B75D8EC46}" dt="2026-03-24T01:24:01.782" v="1004" actId="1076"/>
          <ac:spMkLst>
            <pc:docMk/>
            <pc:sldMk cId="623144049" sldId="282"/>
            <ac:spMk id="51" creationId="{EDCCDCA9-1C85-D676-D1DD-44C1AA8A2C0C}"/>
          </ac:spMkLst>
        </pc:spChg>
        <pc:spChg chg="mod">
          <ac:chgData name="효은 박" userId="ed5e51d8096ab67a" providerId="LiveId" clId="{FFCE466D-6BAE-4B6C-BC9C-9C2B75D8EC46}" dt="2026-03-24T01:25:40.259" v="1017" actId="1076"/>
          <ac:spMkLst>
            <pc:docMk/>
            <pc:sldMk cId="623144049" sldId="282"/>
            <ac:spMk id="56" creationId="{10808692-8162-A59A-99C6-F0623A3821DE}"/>
          </ac:spMkLst>
        </pc:spChg>
        <pc:spChg chg="mod">
          <ac:chgData name="효은 박" userId="ed5e51d8096ab67a" providerId="LiveId" clId="{FFCE466D-6BAE-4B6C-BC9C-9C2B75D8EC46}" dt="2026-03-24T01:26:19.424" v="1022" actId="1076"/>
          <ac:spMkLst>
            <pc:docMk/>
            <pc:sldMk cId="623144049" sldId="282"/>
            <ac:spMk id="64" creationId="{3C036DE5-12ED-E13B-EB2E-1BF0797ABF19}"/>
          </ac:spMkLst>
        </pc:spChg>
        <pc:spChg chg="mod">
          <ac:chgData name="효은 박" userId="ed5e51d8096ab67a" providerId="LiveId" clId="{FFCE466D-6BAE-4B6C-BC9C-9C2B75D8EC46}" dt="2026-03-24T01:25:50.394" v="1019" actId="1076"/>
          <ac:spMkLst>
            <pc:docMk/>
            <pc:sldMk cId="623144049" sldId="282"/>
            <ac:spMk id="72" creationId="{F1D28188-135E-D045-65D4-6D6A1C1178A0}"/>
          </ac:spMkLst>
        </pc:spChg>
        <pc:grpChg chg="mod">
          <ac:chgData name="효은 박" userId="ed5e51d8096ab67a" providerId="LiveId" clId="{FFCE466D-6BAE-4B6C-BC9C-9C2B75D8EC46}" dt="2026-03-24T01:26:11.156" v="1021" actId="1076"/>
          <ac:grpSpMkLst>
            <pc:docMk/>
            <pc:sldMk cId="623144049" sldId="282"/>
            <ac:grpSpMk id="39" creationId="{650AADEB-F736-743C-CD2B-2DDA496DD4DA}"/>
          </ac:grpSpMkLst>
        </pc:grpChg>
        <pc:picChg chg="mod">
          <ac:chgData name="효은 박" userId="ed5e51d8096ab67a" providerId="LiveId" clId="{FFCE466D-6BAE-4B6C-BC9C-9C2B75D8EC46}" dt="2026-03-24T01:23:24.148" v="998" actId="1076"/>
          <ac:picMkLst>
            <pc:docMk/>
            <pc:sldMk cId="623144049" sldId="282"/>
            <ac:picMk id="5" creationId="{5160B3CB-C1F6-3433-71B4-9B6037E1572F}"/>
          </ac:picMkLst>
        </pc:picChg>
        <pc:picChg chg="mod">
          <ac:chgData name="효은 박" userId="ed5e51d8096ab67a" providerId="LiveId" clId="{FFCE466D-6BAE-4B6C-BC9C-9C2B75D8EC46}" dt="2026-03-24T01:26:39.619" v="1023" actId="1076"/>
          <ac:picMkLst>
            <pc:docMk/>
            <pc:sldMk cId="623144049" sldId="282"/>
            <ac:picMk id="18" creationId="{256FD933-F7B4-8309-1837-56AE55016B52}"/>
          </ac:picMkLst>
        </pc:picChg>
        <pc:picChg chg="mod">
          <ac:chgData name="효은 박" userId="ed5e51d8096ab67a" providerId="LiveId" clId="{FFCE466D-6BAE-4B6C-BC9C-9C2B75D8EC46}" dt="2026-03-24T01:23:10.775" v="994" actId="1076"/>
          <ac:picMkLst>
            <pc:docMk/>
            <pc:sldMk cId="623144049" sldId="282"/>
            <ac:picMk id="50" creationId="{A81DCF1A-5CE6-FAF3-D968-DD0B125BD921}"/>
          </ac:picMkLst>
        </pc:picChg>
        <pc:picChg chg="mod">
          <ac:chgData name="효은 박" userId="ed5e51d8096ab67a" providerId="LiveId" clId="{FFCE466D-6BAE-4B6C-BC9C-9C2B75D8EC46}" dt="2026-03-24T01:23:57.735" v="1003" actId="1076"/>
          <ac:picMkLst>
            <pc:docMk/>
            <pc:sldMk cId="623144049" sldId="282"/>
            <ac:picMk id="53" creationId="{4EBBC784-DFA9-E7A9-CFE4-56A18A16675D}"/>
          </ac:picMkLst>
        </pc:picChg>
        <pc:picChg chg="mod">
          <ac:chgData name="효은 박" userId="ed5e51d8096ab67a" providerId="LiveId" clId="{FFCE466D-6BAE-4B6C-BC9C-9C2B75D8EC46}" dt="2026-03-24T01:26:39.619" v="1023" actId="1076"/>
          <ac:picMkLst>
            <pc:docMk/>
            <pc:sldMk cId="623144049" sldId="282"/>
            <ac:picMk id="68" creationId="{DBBCF154-DA94-FEF1-FAF2-D8C4D763C630}"/>
          </ac:picMkLst>
        </pc:picChg>
        <pc:picChg chg="mod">
          <ac:chgData name="효은 박" userId="ed5e51d8096ab67a" providerId="LiveId" clId="{FFCE466D-6BAE-4B6C-BC9C-9C2B75D8EC46}" dt="2026-03-24T01:26:39.619" v="1023" actId="1076"/>
          <ac:picMkLst>
            <pc:docMk/>
            <pc:sldMk cId="623144049" sldId="282"/>
            <ac:picMk id="70" creationId="{1FDF12F5-9CC0-CCD3-8A0B-9FE89F3ECF4D}"/>
          </ac:picMkLst>
        </pc:picChg>
        <pc:picChg chg="mod">
          <ac:chgData name="효은 박" userId="ed5e51d8096ab67a" providerId="LiveId" clId="{FFCE466D-6BAE-4B6C-BC9C-9C2B75D8EC46}" dt="2026-03-24T01:24:26.512" v="1009" actId="1076"/>
          <ac:picMkLst>
            <pc:docMk/>
            <pc:sldMk cId="623144049" sldId="282"/>
            <ac:picMk id="84" creationId="{B1E3D60B-C799-3F88-D30A-2D85D423FE6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B55D45-D9B2-4958-8622-AF1B8D403FE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A7C5C6-44CC-47B0-B062-1D97C0B45C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01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A7C5C6-44CC-47B0-B062-1D97C0B45CD7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09092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51C34-362B-A777-B747-39FCC8548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0425BB-3651-EA18-4844-6E685840C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AB365A-ADF6-7195-6CE9-B484F64B1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6D7D2-7228-496B-72E2-5AA9F9E0B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A7C5C6-44CC-47B0-B062-1D97C0B45CD7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2821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A7C5C6-44CC-47B0-B062-1D97C0B45CD7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574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sv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sv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svg"/><Relationship Id="rId9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9">
            <a:extLst>
              <a:ext uri="{FF2B5EF4-FFF2-40B4-BE49-F238E27FC236}">
                <a16:creationId xmlns:a16="http://schemas.microsoft.com/office/drawing/2014/main" id="{19B0E9F0-5957-E074-93C7-292056AA1E7B}"/>
              </a:ext>
            </a:extLst>
          </p:cNvPr>
          <p:cNvSpPr txBox="1"/>
          <p:nvPr/>
        </p:nvSpPr>
        <p:spPr>
          <a:xfrm>
            <a:off x="3429000" y="4469122"/>
            <a:ext cx="17525999" cy="4777756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ko-KR" altLang="en-US" sz="6000" dirty="0">
                <a:ln w="38100"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생성형 </a:t>
            </a:r>
            <a:r>
              <a:rPr lang="en-US" altLang="ko-KR" sz="6000" dirty="0">
                <a:ln w="38100"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AI </a:t>
            </a:r>
            <a:r>
              <a:rPr lang="ko-KR" altLang="en-US" sz="6000" dirty="0">
                <a:ln w="38100"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기반 서울시 미세먼지 대응 </a:t>
            </a:r>
            <a:endParaRPr lang="en-US" altLang="ko-KR" sz="6000" dirty="0">
              <a:ln w="38100"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  <a:p>
            <a:pPr algn="ctr">
              <a:lnSpc>
                <a:spcPct val="116199"/>
              </a:lnSpc>
            </a:pPr>
            <a:r>
              <a:rPr lang="ko-KR" altLang="en-US" sz="6000" dirty="0">
                <a:ln w="38100"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호흡기 건강 예보 서비스</a:t>
            </a:r>
            <a:endParaRPr lang="en-US" altLang="ko-KR" sz="6000" dirty="0">
              <a:ln w="38100"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  <a:p>
            <a:pPr algn="ctr">
              <a:lnSpc>
                <a:spcPct val="116199"/>
              </a:lnSpc>
            </a:pPr>
            <a:endParaRPr lang="en-US" altLang="ko-KR" sz="6000" spc="-2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  <a:latin typeface="+mn-ea"/>
            </a:endParaRPr>
          </a:p>
          <a:p>
            <a:pPr algn="ctr">
              <a:lnSpc>
                <a:spcPct val="116199"/>
              </a:lnSpc>
            </a:pPr>
            <a:r>
              <a:rPr lang="ko-KR" altLang="en-US" sz="5400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+mn-ea"/>
              </a:rPr>
              <a:t>기획서</a:t>
            </a:r>
            <a:endParaRPr lang="en-US" altLang="ko-KR" sz="5400" spc="-2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C1668A-9BC3-A8CD-2722-C75E333A5BA6}"/>
              </a:ext>
            </a:extLst>
          </p:cNvPr>
          <p:cNvSpPr txBox="1"/>
          <p:nvPr/>
        </p:nvSpPr>
        <p:spPr>
          <a:xfrm>
            <a:off x="10591798" y="9525000"/>
            <a:ext cx="3200402" cy="184665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4000" b="1" dirty="0">
                <a:latin typeface="+mj-ea"/>
                <a:ea typeface="+mj-ea"/>
              </a:rPr>
              <a:t>2026. 3. 9</a:t>
            </a:r>
          </a:p>
          <a:p>
            <a:pPr algn="ctr"/>
            <a:endParaRPr lang="en-US" altLang="ko-KR" sz="4000" b="1" dirty="0">
              <a:latin typeface="+mj-ea"/>
              <a:ea typeface="+mj-ea"/>
            </a:endParaRPr>
          </a:p>
          <a:p>
            <a:pPr algn="ctr"/>
            <a:r>
              <a:rPr lang="ko-KR" altLang="en-US" sz="4000" b="1" dirty="0">
                <a:latin typeface="+mj-ea"/>
                <a:ea typeface="+mj-ea"/>
              </a:rPr>
              <a:t>박효은</a:t>
            </a:r>
            <a:endParaRPr lang="en-US" altLang="ko-KR" sz="4000" b="1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1FF38-D8E6-23DA-150B-798A7224A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468BAE2-6957-D4E1-F0E0-9EA7180A5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518" y="6575625"/>
            <a:ext cx="9853432" cy="2728921"/>
          </a:xfrm>
          <a:prstGeom prst="rect">
            <a:avLst/>
          </a:prstGeom>
        </p:spPr>
      </p:pic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2165D47-875B-BA39-8F57-38F58687CB96}"/>
              </a:ext>
            </a:extLst>
          </p:cNvPr>
          <p:cNvCxnSpPr>
            <a:cxnSpLocks/>
          </p:cNvCxnSpPr>
          <p:nvPr/>
        </p:nvCxnSpPr>
        <p:spPr>
          <a:xfrm flipH="1">
            <a:off x="0" y="1524000"/>
            <a:ext cx="2438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B0FE0EE6-C4DC-B4E2-5E93-F0DB7426F270}"/>
              </a:ext>
            </a:extLst>
          </p:cNvPr>
          <p:cNvSpPr/>
          <p:nvPr/>
        </p:nvSpPr>
        <p:spPr>
          <a:xfrm>
            <a:off x="0" y="1478266"/>
            <a:ext cx="13182600" cy="45719"/>
          </a:xfrm>
          <a:prstGeom prst="rect">
            <a:avLst/>
          </a:prstGeom>
          <a:solidFill>
            <a:schemeClr val="tx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3E6633-3460-452B-9B60-9AD60FBF5B73}"/>
              </a:ext>
            </a:extLst>
          </p:cNvPr>
          <p:cNvSpPr txBox="1"/>
          <p:nvPr/>
        </p:nvSpPr>
        <p:spPr>
          <a:xfrm>
            <a:off x="12355351" y="5339468"/>
            <a:ext cx="10969037" cy="5058629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 초미세먼지 </a:t>
            </a:r>
            <a:r>
              <a:rPr lang="en-US" altLang="ko-K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3</a:t>
            </a:r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일 노출 시</a:t>
            </a:r>
            <a:endParaRPr lang="en-US" altLang="ko-KR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  <a:p>
            <a:pPr algn="ctr"/>
            <a:b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</a:br>
            <a:r>
              <a:rPr lang="ko-KR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점막 방어 시스템 붕괴</a:t>
            </a:r>
            <a:br>
              <a:rPr lang="en-US" altLang="ko-KR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</a:br>
            <a:r>
              <a:rPr lang="ko-KR" alt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세포 장벽 약화</a:t>
            </a:r>
            <a:b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</a:br>
            <a:endParaRPr lang="en-US" altLang="ko-KR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  <a:p>
            <a:pPr algn="ctr"/>
            <a:endParaRPr lang="en-US" altLang="ko-KR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48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호흡기 증상 발현 및 질환 악화</a:t>
            </a:r>
            <a:endParaRPr lang="en-US" altLang="ko-KR" sz="40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5F0F4517-5272-76DD-85DA-290581D5CA15}"/>
              </a:ext>
            </a:extLst>
          </p:cNvPr>
          <p:cNvGrpSpPr/>
          <p:nvPr/>
        </p:nvGrpSpPr>
        <p:grpSpPr>
          <a:xfrm>
            <a:off x="12938986" y="2453793"/>
            <a:ext cx="10477500" cy="2742572"/>
            <a:chOff x="13113228" y="2510544"/>
            <a:chExt cx="10477500" cy="239893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ED23554-C1B4-F400-FC69-B62028D30583}"/>
                </a:ext>
              </a:extLst>
            </p:cNvPr>
            <p:cNvSpPr txBox="1"/>
            <p:nvPr/>
          </p:nvSpPr>
          <p:spPr>
            <a:xfrm>
              <a:off x="13113228" y="4201593"/>
              <a:ext cx="1047750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4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국립보건연구원</a:t>
              </a:r>
              <a:r>
                <a:rPr lang="en-US" altLang="ko-KR" sz="4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,</a:t>
              </a:r>
              <a:r>
                <a:rPr lang="ko-KR" altLang="en-US" sz="4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 초미세먼지 생체 변화 연구</a:t>
              </a: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99747A6F-5326-D4D8-0090-8AC6A26B7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720" t="10496" r="1314" b="14477"/>
            <a:stretch>
              <a:fillRect/>
            </a:stretch>
          </p:blipFill>
          <p:spPr>
            <a:xfrm>
              <a:off x="13182600" y="2510544"/>
              <a:ext cx="10058401" cy="1198819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A69C50D6-88FC-C400-2A19-F10E7AF63EAB}"/>
              </a:ext>
            </a:extLst>
          </p:cNvPr>
          <p:cNvGrpSpPr/>
          <p:nvPr/>
        </p:nvGrpSpPr>
        <p:grpSpPr>
          <a:xfrm>
            <a:off x="967514" y="2510541"/>
            <a:ext cx="10280603" cy="3103063"/>
            <a:chOff x="882010" y="2433718"/>
            <a:chExt cx="10319390" cy="2524956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149C241-5D1C-19CC-A5B6-827BA7096AE1}"/>
                </a:ext>
              </a:extLst>
            </p:cNvPr>
            <p:cNvGrpSpPr/>
            <p:nvPr/>
          </p:nvGrpSpPr>
          <p:grpSpPr>
            <a:xfrm>
              <a:off x="882010" y="2433718"/>
              <a:ext cx="10319390" cy="2020170"/>
              <a:chOff x="1251704" y="2193294"/>
              <a:chExt cx="27419519" cy="4503838"/>
            </a:xfrm>
          </p:grpSpPr>
          <p:pic>
            <p:nvPicPr>
              <p:cNvPr id="31" name="그림 30">
                <a:extLst>
                  <a:ext uri="{FF2B5EF4-FFF2-40B4-BE49-F238E27FC236}">
                    <a16:creationId xmlns:a16="http://schemas.microsoft.com/office/drawing/2014/main" id="{3FA432AB-0188-E094-07A2-75BE2B26C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51704" y="2193294"/>
                <a:ext cx="27419519" cy="4503838"/>
              </a:xfrm>
              <a:prstGeom prst="rect">
                <a:avLst/>
              </a:prstGeom>
              <a:ln w="38100">
                <a:solidFill>
                  <a:srgbClr val="002060"/>
                </a:solidFill>
              </a:ln>
            </p:spPr>
          </p:pic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624FFA4E-1248-1FDD-2CD7-1AB21C2FFD93}"/>
                  </a:ext>
                </a:extLst>
              </p:cNvPr>
              <p:cNvSpPr/>
              <p:nvPr/>
            </p:nvSpPr>
            <p:spPr>
              <a:xfrm>
                <a:off x="11258799" y="4146141"/>
                <a:ext cx="2895601" cy="1339184"/>
              </a:xfrm>
              <a:prstGeom prst="rect">
                <a:avLst/>
              </a:prstGeom>
              <a:solidFill>
                <a:srgbClr val="FF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+mj-ea"/>
                  <a:ea typeface="+mj-ea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30EFC700-0930-398C-5955-EF6EC15F7AE4}"/>
                  </a:ext>
                </a:extLst>
              </p:cNvPr>
              <p:cNvSpPr/>
              <p:nvPr/>
            </p:nvSpPr>
            <p:spPr>
              <a:xfrm>
                <a:off x="19006031" y="4146143"/>
                <a:ext cx="5225569" cy="1339183"/>
              </a:xfrm>
              <a:prstGeom prst="rect">
                <a:avLst/>
              </a:prstGeom>
              <a:solidFill>
                <a:srgbClr val="FF0000">
                  <a:alpha val="3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+mj-ea"/>
                  <a:ea typeface="+mj-ea"/>
                </a:endParaRP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9FD0FFF-256D-CE83-15CD-9B1FDC2053EE}"/>
                </a:ext>
              </a:extLst>
            </p:cNvPr>
            <p:cNvSpPr txBox="1"/>
            <p:nvPr/>
          </p:nvSpPr>
          <p:spPr>
            <a:xfrm>
              <a:off x="895213" y="4619169"/>
              <a:ext cx="5240450" cy="33950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2000" dirty="0">
                  <a:latin typeface="+mj-ea"/>
                  <a:ea typeface="+mj-ea"/>
                </a:rPr>
                <a:t>* COPD : </a:t>
              </a:r>
              <a:r>
                <a:rPr lang="ko-KR" altLang="en-US" sz="2000" b="0" i="0" dirty="0">
                  <a:effectLst/>
                  <a:latin typeface="+mj-ea"/>
                  <a:ea typeface="+mj-ea"/>
                </a:rPr>
                <a:t>만성폐쇄성폐질환</a:t>
              </a:r>
              <a:endParaRPr lang="ko-KR" altLang="en-US" sz="2000" dirty="0">
                <a:latin typeface="+mj-ea"/>
                <a:ea typeface="+mj-ea"/>
              </a:endParaRPr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20094A0A-ED4E-4F17-3F14-1BD3539B0C27}"/>
              </a:ext>
            </a:extLst>
          </p:cNvPr>
          <p:cNvSpPr txBox="1"/>
          <p:nvPr/>
        </p:nvSpPr>
        <p:spPr>
          <a:xfrm>
            <a:off x="3796152" y="11848939"/>
            <a:ext cx="179959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“3</a:t>
            </a:r>
            <a:r>
              <a:rPr lang="ko-KR" altLang="en-US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일</a:t>
            </a:r>
            <a:r>
              <a:rPr lang="en-US" altLang="ko-KR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”</a:t>
            </a:r>
            <a:r>
              <a:rPr lang="ko-KR" altLang="en-US" sz="4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 </a:t>
            </a:r>
            <a:r>
              <a:rPr lang="en-US" altLang="ko-K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= </a:t>
            </a:r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의학적 임계 시점</a:t>
            </a:r>
            <a:r>
              <a:rPr lang="en-US" altLang="ko-K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, </a:t>
            </a:r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선제 대응 가능 골든 타임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8195ACB-8478-2EAC-99DA-C89197EBBAD6}"/>
              </a:ext>
            </a:extLst>
          </p:cNvPr>
          <p:cNvSpPr txBox="1"/>
          <p:nvPr/>
        </p:nvSpPr>
        <p:spPr>
          <a:xfrm>
            <a:off x="1204546" y="5986973"/>
            <a:ext cx="10820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미세먼지 노출  </a:t>
            </a:r>
            <a:r>
              <a:rPr lang="en-US" altLang="ko-KR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3</a:t>
            </a:r>
            <a:r>
              <a:rPr lang="ko-KR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일 </a:t>
            </a:r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후 호흡기 환자 급증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CC8895B-6DCD-6E09-86EA-6E4FC6A9758A}"/>
              </a:ext>
            </a:extLst>
          </p:cNvPr>
          <p:cNvSpPr txBox="1"/>
          <p:nvPr/>
        </p:nvSpPr>
        <p:spPr>
          <a:xfrm>
            <a:off x="4055351" y="9758270"/>
            <a:ext cx="457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왜 </a:t>
            </a:r>
            <a:r>
              <a:rPr lang="en-US" altLang="ko-KR" sz="5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3</a:t>
            </a:r>
            <a:r>
              <a:rPr lang="ko-KR" altLang="en-US" sz="54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일</a:t>
            </a:r>
            <a:r>
              <a:rPr lang="ko-KR" altLang="en-US" sz="5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인가</a:t>
            </a:r>
            <a:r>
              <a:rPr lang="en-US" altLang="ko-KR" sz="5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?</a:t>
            </a:r>
            <a:endParaRPr lang="ko-KR" altLang="en-US" sz="5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953270-68FD-3581-7906-9B665E285C5E}"/>
              </a:ext>
            </a:extLst>
          </p:cNvPr>
          <p:cNvSpPr txBox="1"/>
          <p:nvPr/>
        </p:nvSpPr>
        <p:spPr>
          <a:xfrm>
            <a:off x="685800" y="312105"/>
            <a:ext cx="3568606" cy="107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116199"/>
              </a:lnSpc>
            </a:pPr>
            <a:r>
              <a:rPr lang="en-US" altLang="ko-KR" sz="6000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1. </a:t>
            </a:r>
            <a:r>
              <a:rPr lang="ko-KR" altLang="en-US" sz="6000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기획 의도</a:t>
            </a:r>
            <a:endParaRPr lang="en-US" altLang="ko-KR" sz="6000" spc="-2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B3D8E7E5-6A5D-DA82-F431-EBDB57D2A95F}"/>
              </a:ext>
            </a:extLst>
          </p:cNvPr>
          <p:cNvSpPr/>
          <p:nvPr/>
        </p:nvSpPr>
        <p:spPr>
          <a:xfrm>
            <a:off x="17573169" y="8474307"/>
            <a:ext cx="533400" cy="762000"/>
          </a:xfrm>
          <a:prstGeom prst="down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0003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C9BDF-0D29-1675-092B-8614CAB2B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B34560EA-0C41-C1BE-1B60-ACA46D64B348}"/>
              </a:ext>
            </a:extLst>
          </p:cNvPr>
          <p:cNvCxnSpPr>
            <a:cxnSpLocks/>
          </p:cNvCxnSpPr>
          <p:nvPr/>
        </p:nvCxnSpPr>
        <p:spPr>
          <a:xfrm flipH="1">
            <a:off x="0" y="1524000"/>
            <a:ext cx="2438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8F1C266A-C48B-34FA-85BB-A98B6AE5E488}"/>
              </a:ext>
            </a:extLst>
          </p:cNvPr>
          <p:cNvSpPr/>
          <p:nvPr/>
        </p:nvSpPr>
        <p:spPr>
          <a:xfrm>
            <a:off x="0" y="1478266"/>
            <a:ext cx="13182600" cy="45719"/>
          </a:xfrm>
          <a:prstGeom prst="rect">
            <a:avLst/>
          </a:prstGeom>
          <a:solidFill>
            <a:schemeClr val="tx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48149F-31E2-665B-C31C-4C08210F43A2}"/>
              </a:ext>
            </a:extLst>
          </p:cNvPr>
          <p:cNvSpPr txBox="1"/>
          <p:nvPr/>
        </p:nvSpPr>
        <p:spPr>
          <a:xfrm>
            <a:off x="685800" y="312105"/>
            <a:ext cx="3568606" cy="107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116199"/>
              </a:lnSpc>
            </a:pPr>
            <a:r>
              <a:rPr lang="en-US" altLang="ko-KR" sz="6000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1. </a:t>
            </a:r>
            <a:r>
              <a:rPr lang="ko-KR" altLang="en-US" sz="6000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기획 의도</a:t>
            </a:r>
            <a:endParaRPr lang="en-US" altLang="ko-KR" sz="6000" spc="-2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C69BF1-F837-55BE-3097-B4F5AA8D67E7}"/>
              </a:ext>
            </a:extLst>
          </p:cNvPr>
          <p:cNvSpPr txBox="1"/>
          <p:nvPr/>
        </p:nvSpPr>
        <p:spPr>
          <a:xfrm>
            <a:off x="4510716" y="2266269"/>
            <a:ext cx="153625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400" b="1" dirty="0"/>
              <a:t>단순 수치 대응</a:t>
            </a:r>
            <a:r>
              <a:rPr lang="ko-KR" altLang="en-US" sz="4800" dirty="0"/>
              <a:t>에서</a:t>
            </a:r>
            <a:r>
              <a:rPr lang="en-US" altLang="ko-KR" sz="4800" dirty="0"/>
              <a:t> </a:t>
            </a:r>
            <a:r>
              <a:rPr lang="ko-KR" altLang="en-US" sz="5400" b="1" dirty="0">
                <a:solidFill>
                  <a:srgbClr val="2F5D50"/>
                </a:solidFill>
              </a:rPr>
              <a:t>환자 발생 ‘선제 </a:t>
            </a:r>
            <a:r>
              <a:rPr lang="ko-KR" altLang="en-US" sz="5400" b="1" dirty="0" err="1">
                <a:solidFill>
                  <a:srgbClr val="2F5D50"/>
                </a:solidFill>
              </a:rPr>
              <a:t>대응’</a:t>
            </a:r>
            <a:r>
              <a:rPr lang="ko-KR" altLang="en-US" sz="4800" dirty="0" err="1"/>
              <a:t>으로</a:t>
            </a:r>
            <a:endParaRPr lang="en-US" altLang="ko-KR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CE0ECE9C-824E-3356-71F0-64216F1BD727}"/>
              </a:ext>
            </a:extLst>
          </p:cNvPr>
          <p:cNvGrpSpPr/>
          <p:nvPr/>
        </p:nvGrpSpPr>
        <p:grpSpPr>
          <a:xfrm>
            <a:off x="2743199" y="5282641"/>
            <a:ext cx="18897601" cy="6642085"/>
            <a:chOff x="2743200" y="5242141"/>
            <a:chExt cx="18897601" cy="6209726"/>
          </a:xfrm>
        </p:grpSpPr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1D2D5AC1-D1C6-6CEB-3D4C-A8293FA7D8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46685" y="7752433"/>
              <a:ext cx="2916915" cy="1849717"/>
            </a:xfrm>
            <a:prstGeom prst="rect">
              <a:avLst/>
            </a:prstGeom>
          </p:spPr>
        </p:pic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602541D0-A6B5-E4CA-0CDE-5B7A299027EC}"/>
                </a:ext>
              </a:extLst>
            </p:cNvPr>
            <p:cNvGrpSpPr/>
            <p:nvPr/>
          </p:nvGrpSpPr>
          <p:grpSpPr>
            <a:xfrm>
              <a:off x="13737314" y="5271447"/>
              <a:ext cx="7903487" cy="6180420"/>
              <a:chOff x="18302286" y="4470724"/>
              <a:chExt cx="5059013" cy="7543694"/>
            </a:xfrm>
          </p:grpSpPr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C5EBC97D-FAD4-179F-4DF1-C089E67DC257}"/>
                  </a:ext>
                </a:extLst>
              </p:cNvPr>
              <p:cNvGrpSpPr/>
              <p:nvPr/>
            </p:nvGrpSpPr>
            <p:grpSpPr>
              <a:xfrm>
                <a:off x="18302286" y="5630741"/>
                <a:ext cx="5059013" cy="6383677"/>
                <a:chOff x="18302286" y="6431684"/>
                <a:chExt cx="5059013" cy="5582734"/>
              </a:xfrm>
            </p:grpSpPr>
            <p:sp>
              <p:nvSpPr>
                <p:cNvPr id="38" name="사각형: 둥근 모서리 37">
                  <a:extLst>
                    <a:ext uri="{FF2B5EF4-FFF2-40B4-BE49-F238E27FC236}">
                      <a16:creationId xmlns:a16="http://schemas.microsoft.com/office/drawing/2014/main" id="{89F27CB2-0421-7B51-2A19-246805037B1D}"/>
                    </a:ext>
                  </a:extLst>
                </p:cNvPr>
                <p:cNvSpPr/>
                <p:nvPr/>
              </p:nvSpPr>
              <p:spPr>
                <a:xfrm>
                  <a:off x="18302286" y="10368083"/>
                  <a:ext cx="5059013" cy="1646335"/>
                </a:xfrm>
                <a:prstGeom prst="round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rgbClr val="42824D"/>
                  </a:solidFill>
                </a:ln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pPr marL="0" lvl="1" algn="ctr">
                    <a:buClr>
                      <a:srgbClr val="000000"/>
                    </a:buClr>
                  </a:pP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취약계층 중심 </a:t>
                  </a:r>
                  <a:r>
                    <a:rPr lang="ko-KR" altLang="en-US" sz="3600" dirty="0" err="1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선제적</a:t>
                  </a: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 보건 대응</a:t>
                  </a:r>
                  <a:endParaRPr lang="en-US" altLang="ko-KR" sz="3600" dirty="0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ea"/>
                    <a:ea typeface="+mj-ea"/>
                  </a:endParaRPr>
                </a:p>
              </p:txBody>
            </p:sp>
            <p:sp>
              <p:nvSpPr>
                <p:cNvPr id="7" name="사각형: 둥근 모서리 6">
                  <a:extLst>
                    <a:ext uri="{FF2B5EF4-FFF2-40B4-BE49-F238E27FC236}">
                      <a16:creationId xmlns:a16="http://schemas.microsoft.com/office/drawing/2014/main" id="{BE5879A6-D60B-CCDA-930B-930744D9043E}"/>
                    </a:ext>
                  </a:extLst>
                </p:cNvPr>
                <p:cNvSpPr/>
                <p:nvPr/>
              </p:nvSpPr>
              <p:spPr>
                <a:xfrm>
                  <a:off x="18302287" y="6431684"/>
                  <a:ext cx="5059012" cy="1646335"/>
                </a:xfrm>
                <a:prstGeom prst="round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rgbClr val="42824D"/>
                  </a:solidFill>
                </a:ln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pPr marL="0" lvl="1" algn="ctr">
                    <a:buClr>
                      <a:srgbClr val="000000"/>
                    </a:buClr>
                  </a:pP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건강 영향 발생 시점 기반 예측</a:t>
                  </a:r>
                </a:p>
              </p:txBody>
            </p:sp>
            <p:sp>
              <p:nvSpPr>
                <p:cNvPr id="11" name="사각형: 둥근 모서리 10">
                  <a:extLst>
                    <a:ext uri="{FF2B5EF4-FFF2-40B4-BE49-F238E27FC236}">
                      <a16:creationId xmlns:a16="http://schemas.microsoft.com/office/drawing/2014/main" id="{54B88DFD-5CEC-7185-2E0A-E2751A3A5D53}"/>
                    </a:ext>
                  </a:extLst>
                </p:cNvPr>
                <p:cNvSpPr/>
                <p:nvPr/>
              </p:nvSpPr>
              <p:spPr>
                <a:xfrm>
                  <a:off x="18302286" y="8399883"/>
                  <a:ext cx="5059012" cy="1646335"/>
                </a:xfrm>
                <a:prstGeom prst="round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rgbClr val="42824D"/>
                  </a:solidFill>
                </a:ln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pPr marL="0" lvl="1" algn="ctr">
                    <a:buClr>
                      <a:srgbClr val="000000"/>
                    </a:buClr>
                  </a:pPr>
                  <a:r>
                    <a:rPr lang="en-US" altLang="ko-KR" sz="3600" b="1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D+3</a:t>
                  </a:r>
                  <a:r>
                    <a:rPr lang="ko-KR" altLang="en-US" sz="3600" b="1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일</a:t>
                  </a:r>
                  <a:r>
                    <a:rPr lang="en-US" altLang="ko-KR" sz="3600" b="1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 </a:t>
                  </a:r>
                  <a:r>
                    <a:rPr lang="ko-KR" altLang="en-US" sz="3600" b="1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환자 수 예측</a:t>
                  </a: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으로 </a:t>
                  </a:r>
                  <a:endParaRPr lang="en-US" altLang="ko-KR" sz="3600" dirty="0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ea"/>
                    <a:ea typeface="+mj-ea"/>
                  </a:endParaRPr>
                </a:p>
                <a:p>
                  <a:pPr marL="0" lvl="1" algn="ctr">
                    <a:buClr>
                      <a:srgbClr val="000000"/>
                    </a:buClr>
                  </a:pP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대응 타이밍 확보</a:t>
                  </a:r>
                  <a:r>
                    <a:rPr lang="ko-KR" altLang="en-US" sz="3600" b="1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 </a:t>
                  </a:r>
                  <a:endParaRPr lang="en-US" altLang="ko-KR" sz="3600" b="1" dirty="0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65CECE65-A710-AE3F-6DA2-C62CD181E542}"/>
                  </a:ext>
                </a:extLst>
              </p:cNvPr>
              <p:cNvSpPr/>
              <p:nvPr/>
            </p:nvSpPr>
            <p:spPr>
              <a:xfrm>
                <a:off x="18302286" y="4470724"/>
                <a:ext cx="5059012" cy="845393"/>
              </a:xfrm>
              <a:prstGeom prst="roundRect">
                <a:avLst/>
              </a:prstGeom>
              <a:solidFill>
                <a:srgbClr val="42824D"/>
              </a:solidFill>
              <a:ln>
                <a:noFill/>
              </a:ln>
            </p:spPr>
            <p:style>
              <a:lnRef idx="3">
                <a:schemeClr val="lt2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dk2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dk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202808" tIns="202808" rIns="202808" bIns="202808" numCol="1" spcCol="1270" anchor="ctr" anchorCtr="0">
                <a:noAutofit/>
              </a:bodyPr>
              <a:lstStyle/>
              <a:p>
                <a:pPr marL="0" lvl="1" algn="ctr">
                  <a:buClr>
                    <a:srgbClr val="000000"/>
                  </a:buClr>
                </a:pPr>
                <a:r>
                  <a:rPr lang="en-US" altLang="ko-KR" sz="400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ea"/>
                    <a:ea typeface="+mj-ea"/>
                  </a:rPr>
                  <a:t>TO-BE</a:t>
                </a:r>
              </a:p>
            </p:txBody>
          </p: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9A0B333-6655-E527-B328-93A83185651F}"/>
                </a:ext>
              </a:extLst>
            </p:cNvPr>
            <p:cNvGrpSpPr/>
            <p:nvPr/>
          </p:nvGrpSpPr>
          <p:grpSpPr>
            <a:xfrm>
              <a:off x="2743200" y="5242141"/>
              <a:ext cx="7903488" cy="6180418"/>
              <a:chOff x="18302286" y="4470724"/>
              <a:chExt cx="5059013" cy="7543694"/>
            </a:xfrm>
          </p:grpSpPr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F16651A0-22EC-F79D-59E3-A1E89E73C401}"/>
                  </a:ext>
                </a:extLst>
              </p:cNvPr>
              <p:cNvGrpSpPr/>
              <p:nvPr/>
            </p:nvGrpSpPr>
            <p:grpSpPr>
              <a:xfrm>
                <a:off x="18302286" y="5630741"/>
                <a:ext cx="5059013" cy="6383677"/>
                <a:chOff x="18302286" y="6431684"/>
                <a:chExt cx="5059013" cy="5582734"/>
              </a:xfrm>
            </p:grpSpPr>
            <p:sp>
              <p:nvSpPr>
                <p:cNvPr id="30" name="사각형: 둥근 모서리 29">
                  <a:extLst>
                    <a:ext uri="{FF2B5EF4-FFF2-40B4-BE49-F238E27FC236}">
                      <a16:creationId xmlns:a16="http://schemas.microsoft.com/office/drawing/2014/main" id="{D2215EF0-0F8B-DB8D-1D0A-369EA7BA5410}"/>
                    </a:ext>
                  </a:extLst>
                </p:cNvPr>
                <p:cNvSpPr/>
                <p:nvPr/>
              </p:nvSpPr>
              <p:spPr>
                <a:xfrm>
                  <a:off x="18302286" y="10368083"/>
                  <a:ext cx="5059013" cy="1646335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pPr marL="0" lvl="1" algn="ctr">
                    <a:buClr>
                      <a:srgbClr val="000000"/>
                    </a:buClr>
                  </a:pP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개인의 수동적 대응 </a:t>
                  </a:r>
                  <a:endParaRPr lang="en-US" altLang="ko-KR" sz="3600" dirty="0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ea"/>
                    <a:ea typeface="+mj-ea"/>
                  </a:endParaRPr>
                </a:p>
                <a:p>
                  <a:pPr marL="0" lvl="1" algn="ctr">
                    <a:buClr>
                      <a:srgbClr val="000000"/>
                    </a:buClr>
                  </a:pP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(</a:t>
                  </a: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마스크 착용</a:t>
                  </a: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, </a:t>
                  </a: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외출자제</a:t>
                  </a: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)</a:t>
                  </a:r>
                </a:p>
              </p:txBody>
            </p:sp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A7F4AB97-E576-C5CB-E695-9949DB4157F0}"/>
                    </a:ext>
                  </a:extLst>
                </p:cNvPr>
                <p:cNvSpPr/>
                <p:nvPr/>
              </p:nvSpPr>
              <p:spPr>
                <a:xfrm>
                  <a:off x="18302287" y="6431684"/>
                  <a:ext cx="5059012" cy="1646335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pPr marL="0" lvl="1" algn="ctr">
                    <a:buClr>
                      <a:srgbClr val="000000"/>
                    </a:buClr>
                  </a:pP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현상 보고 </a:t>
                  </a: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(Monitoring </a:t>
                  </a: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중심</a:t>
                  </a: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)</a:t>
                  </a:r>
                </a:p>
              </p:txBody>
            </p:sp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931C02FA-7B71-287D-E0E8-01A0CFE950A7}"/>
                    </a:ext>
                  </a:extLst>
                </p:cNvPr>
                <p:cNvSpPr/>
                <p:nvPr/>
              </p:nvSpPr>
              <p:spPr>
                <a:xfrm>
                  <a:off x="18302286" y="8399883"/>
                  <a:ext cx="5059012" cy="1646335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pPr algn="ctr"/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 단순 농도 정보 제공</a:t>
                  </a: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(</a:t>
                  </a: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나쁨</a:t>
                  </a: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/</a:t>
                  </a:r>
                  <a:r>
                    <a:rPr lang="ko-KR" altLang="en-US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보통</a:t>
                  </a:r>
                  <a:r>
                    <a:rPr lang="en-US" altLang="ko-KR" sz="36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rPr>
                    <a:t>)</a:t>
                  </a:r>
                  <a:endParaRPr lang="ko-KR" altLang="en-US" sz="3600" dirty="0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29" name="사각형: 둥근 모서리 28">
                <a:extLst>
                  <a:ext uri="{FF2B5EF4-FFF2-40B4-BE49-F238E27FC236}">
                    <a16:creationId xmlns:a16="http://schemas.microsoft.com/office/drawing/2014/main" id="{7DA6A158-CA95-B90B-EE57-75CF484DD89D}"/>
                  </a:ext>
                </a:extLst>
              </p:cNvPr>
              <p:cNvSpPr/>
              <p:nvPr/>
            </p:nvSpPr>
            <p:spPr>
              <a:xfrm>
                <a:off x="18302286" y="4470724"/>
                <a:ext cx="5059012" cy="845393"/>
              </a:xfrm>
              <a:prstGeom prst="round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3">
                <a:schemeClr val="lt2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dk2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dk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202808" tIns="202808" rIns="202808" bIns="202808" numCol="1" spcCol="1270" anchor="ctr" anchorCtr="0">
                <a:noAutofit/>
              </a:bodyPr>
              <a:lstStyle/>
              <a:p>
                <a:pPr marL="0" lvl="1" algn="ctr">
                  <a:buClr>
                    <a:srgbClr val="000000"/>
                  </a:buClr>
                </a:pPr>
                <a:r>
                  <a:rPr lang="en-US" altLang="ko-KR" sz="400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ea"/>
                    <a:ea typeface="+mj-ea"/>
                  </a:rPr>
                  <a:t>AS-IS</a:t>
                </a:r>
              </a:p>
            </p:txBody>
          </p:sp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00EA5D4-3751-220D-A702-E8D19B830D7A}"/>
              </a:ext>
            </a:extLst>
          </p:cNvPr>
          <p:cNvSpPr txBox="1"/>
          <p:nvPr/>
        </p:nvSpPr>
        <p:spPr>
          <a:xfrm>
            <a:off x="3086098" y="3835727"/>
            <a:ext cx="18211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/>
              <a:t>미세먼지 수치가 아닌</a:t>
            </a:r>
            <a:r>
              <a:rPr lang="en-US" altLang="ko-KR" sz="4400" b="1" dirty="0"/>
              <a:t>, </a:t>
            </a:r>
            <a:r>
              <a:rPr lang="ko-KR" altLang="en-US" sz="4400" b="1" dirty="0"/>
              <a:t>환자 발생을 예측하여 대응의 </a:t>
            </a:r>
            <a:r>
              <a:rPr lang="ko-KR" altLang="en-US" sz="4400" b="1" dirty="0" err="1"/>
              <a:t>골든타임을</a:t>
            </a:r>
            <a:r>
              <a:rPr lang="ko-KR" altLang="en-US" sz="4400" b="1" dirty="0"/>
              <a:t> 만든다</a:t>
            </a:r>
            <a:endParaRPr lang="en-US" altLang="ko-KR" sz="4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976899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00AF-3EC0-3930-51B4-982E6DE0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6523EF5-55A6-2DE1-CC92-91AF5C16A2FC}"/>
              </a:ext>
            </a:extLst>
          </p:cNvPr>
          <p:cNvCxnSpPr>
            <a:cxnSpLocks/>
          </p:cNvCxnSpPr>
          <p:nvPr/>
        </p:nvCxnSpPr>
        <p:spPr>
          <a:xfrm flipH="1">
            <a:off x="0" y="1524000"/>
            <a:ext cx="2438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EABFE-4048-4B36-B212-1F9A33BF693F}"/>
              </a:ext>
            </a:extLst>
          </p:cNvPr>
          <p:cNvSpPr/>
          <p:nvPr/>
        </p:nvSpPr>
        <p:spPr>
          <a:xfrm>
            <a:off x="0" y="1478266"/>
            <a:ext cx="13182600" cy="45719"/>
          </a:xfrm>
          <a:prstGeom prst="rect">
            <a:avLst/>
          </a:prstGeom>
          <a:solidFill>
            <a:schemeClr val="tx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A1EE-20FF-B924-24EF-F546F77F79CD}"/>
              </a:ext>
            </a:extLst>
          </p:cNvPr>
          <p:cNvSpPr txBox="1"/>
          <p:nvPr/>
        </p:nvSpPr>
        <p:spPr>
          <a:xfrm>
            <a:off x="685800" y="312105"/>
            <a:ext cx="3985386" cy="1073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116199"/>
              </a:lnSpc>
            </a:pPr>
            <a:r>
              <a:rPr lang="ko-KR" altLang="en-US" sz="6000" b="1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２</a:t>
            </a:r>
            <a:r>
              <a:rPr lang="en-US" altLang="ko-KR" sz="6000" b="1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. </a:t>
            </a:r>
            <a:r>
              <a:rPr lang="ko-KR" altLang="en-US" sz="6000" b="1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개발 목표</a:t>
            </a:r>
            <a:endParaRPr lang="en-US" altLang="ko-KR" sz="6000" b="1" spc="-2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FAE8A7-6401-2A87-FB2F-D006AE7D66F4}"/>
              </a:ext>
            </a:extLst>
          </p:cNvPr>
          <p:cNvSpPr txBox="1"/>
          <p:nvPr/>
        </p:nvSpPr>
        <p:spPr>
          <a:xfrm>
            <a:off x="6014358" y="2021154"/>
            <a:ext cx="12355284" cy="1097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ctr">
              <a:lnSpc>
                <a:spcPct val="150000"/>
              </a:lnSpc>
              <a:buClr>
                <a:srgbClr val="000000"/>
              </a:buClr>
            </a:pPr>
            <a:r>
              <a:rPr lang="ko-KR" altLang="en-US" sz="5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cs typeface="Pretendard Regular"/>
              </a:rPr>
              <a:t>머신러닝</a:t>
            </a:r>
            <a:r>
              <a:rPr lang="ko-KR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cs typeface="Pretendard Regular"/>
              </a:rPr>
              <a:t> 기반 시계열 예측 모델 설계</a:t>
            </a:r>
            <a:endParaRPr lang="en-US" altLang="ko-KR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cs typeface="Pretendard Regular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4F5F2DB-A197-DBE1-2EFE-911C706BC4D8}"/>
              </a:ext>
            </a:extLst>
          </p:cNvPr>
          <p:cNvGrpSpPr/>
          <p:nvPr/>
        </p:nvGrpSpPr>
        <p:grpSpPr>
          <a:xfrm>
            <a:off x="1236264" y="4114800"/>
            <a:ext cx="9370750" cy="8282379"/>
            <a:chOff x="1730911" y="3226577"/>
            <a:chExt cx="9031638" cy="923526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840FCA4F-DF7F-6DDE-D2A3-D94668DF5AC2}"/>
                </a:ext>
              </a:extLst>
            </p:cNvPr>
            <p:cNvSpPr/>
            <p:nvPr/>
          </p:nvSpPr>
          <p:spPr>
            <a:xfrm>
              <a:off x="1806116" y="11517345"/>
              <a:ext cx="8956433" cy="944496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42824D"/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r>
                <a:rPr lang="en-US" altLang="ko-KR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D-day </a:t>
              </a: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부터 </a:t>
              </a:r>
              <a:r>
                <a:rPr lang="en-US" altLang="ko-KR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D+3 </a:t>
              </a: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까지</a:t>
              </a:r>
              <a:r>
                <a:rPr lang="en-US" altLang="ko-KR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</a:t>
              </a: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환자 수 예측</a:t>
              </a:r>
              <a:endParaRPr lang="en-US" altLang="ko-KR" sz="3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60686DF1-4C4C-6496-4A7F-6997F330620D}"/>
                </a:ext>
              </a:extLst>
            </p:cNvPr>
            <p:cNvSpPr/>
            <p:nvPr/>
          </p:nvSpPr>
          <p:spPr>
            <a:xfrm>
              <a:off x="6909814" y="3226577"/>
              <a:ext cx="3835150" cy="1049418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42824D"/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호흡기 환자 데이터</a:t>
              </a: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ACBEE05A-EAB6-3711-1976-EA16F4F827D1}"/>
                </a:ext>
              </a:extLst>
            </p:cNvPr>
            <p:cNvSpPr/>
            <p:nvPr/>
          </p:nvSpPr>
          <p:spPr>
            <a:xfrm>
              <a:off x="1730911" y="7226203"/>
              <a:ext cx="9014053" cy="977153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42824D"/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시차 기반 </a:t>
              </a:r>
              <a:r>
                <a:rPr lang="en-US" altLang="ko-KR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Feature </a:t>
              </a: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생성</a:t>
              </a:r>
              <a:endParaRPr lang="en-US" altLang="ko-KR" sz="3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DFF2E2B-B7B1-88C9-E680-740871A57106}"/>
                </a:ext>
              </a:extLst>
            </p:cNvPr>
            <p:cNvSpPr/>
            <p:nvPr/>
          </p:nvSpPr>
          <p:spPr>
            <a:xfrm>
              <a:off x="1730911" y="5086024"/>
              <a:ext cx="9014054" cy="1049418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42824D"/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교차상관 분석 및 </a:t>
              </a:r>
              <a:r>
                <a:rPr lang="en-US" altLang="ko-KR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Time-Lag </a:t>
              </a: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도출</a:t>
              </a:r>
              <a:endParaRPr lang="en-US" altLang="ko-KR" sz="3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C66991F4-9741-A342-A500-8DF34E0AD782}"/>
                </a:ext>
              </a:extLst>
            </p:cNvPr>
            <p:cNvSpPr/>
            <p:nvPr/>
          </p:nvSpPr>
          <p:spPr>
            <a:xfrm>
              <a:off x="1788531" y="3250287"/>
              <a:ext cx="3835150" cy="104941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42824D"/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r>
                <a:rPr lang="ko-KR" altLang="en-US" sz="3000" b="1" dirty="0" err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대기질</a:t>
              </a:r>
              <a:r>
                <a:rPr lang="ko-KR" altLang="en-US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 데이터</a:t>
              </a:r>
            </a:p>
          </p:txBody>
        </p:sp>
        <p:pic>
          <p:nvPicPr>
            <p:cNvPr id="35" name="그래픽 34" descr="추가 단색으로 채워진">
              <a:extLst>
                <a:ext uri="{FF2B5EF4-FFF2-40B4-BE49-F238E27FC236}">
                  <a16:creationId xmlns:a16="http://schemas.microsoft.com/office/drawing/2014/main" id="{BA5C33E9-A5C2-3147-33BA-A3732EEAA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947424" y="3387797"/>
              <a:ext cx="644509" cy="644509"/>
            </a:xfrm>
            <a:prstGeom prst="rect">
              <a:avLst/>
            </a:prstGeom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C4CED1F-3243-4C57-3E44-25DE99A748CA}"/>
                </a:ext>
              </a:extLst>
            </p:cNvPr>
            <p:cNvSpPr/>
            <p:nvPr/>
          </p:nvSpPr>
          <p:spPr>
            <a:xfrm>
              <a:off x="1788531" y="9347325"/>
              <a:ext cx="8956433" cy="977153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42824D"/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r>
                <a:rPr lang="en-US" altLang="ko-KR" sz="3000" b="1" dirty="0" err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RandomForest</a:t>
              </a:r>
              <a:r>
                <a:rPr lang="en-US" altLang="ko-KR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/ </a:t>
              </a:r>
              <a:r>
                <a:rPr lang="en-US" altLang="ko-KR" sz="3000" b="1" dirty="0" err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XGBoost</a:t>
              </a:r>
              <a:r>
                <a:rPr lang="en-US" altLang="ko-KR" sz="30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/ </a:t>
              </a:r>
              <a:r>
                <a:rPr lang="en-US" altLang="ko-KR" sz="3000" b="1" dirty="0" err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LightGBM</a:t>
              </a:r>
              <a:endParaRPr lang="en-US" altLang="ko-KR" sz="3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E1C467C5-658C-9630-F1E3-F2C81E78A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8929" b="87500" l="40179" r="96429">
                          <a14:foregroundMark x1="97321" y1="57143" x2="97321" y2="57143"/>
                          <a14:foregroundMark x1="83036" y1="62500" x2="91071" y2="62500"/>
                          <a14:foregroundMark x1="78571" y1="87500" x2="78571" y2="87500"/>
                          <a14:foregroundMark x1="80357" y1="26786" x2="80357" y2="26786"/>
                          <a14:foregroundMark x1="75893" y1="26786" x2="75893" y2="26786"/>
                          <a14:foregroundMark x1="75893" y1="23214" x2="75893" y2="12500"/>
                        </a14:backgroundRemoval>
                      </a14:imgEffect>
                    </a14:imgLayer>
                  </a14:imgProps>
                </a:ext>
              </a:extLst>
            </a:blip>
            <a:srcRect l="33990" t="1" r="-35358" b="3420"/>
            <a:stretch>
              <a:fillRect/>
            </a:stretch>
          </p:blipFill>
          <p:spPr>
            <a:xfrm rot="5400000">
              <a:off x="5739014" y="10822280"/>
              <a:ext cx="1313512" cy="70212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4D37364D-E23C-B78F-A0C7-81E855114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8929" b="87500" l="40179" r="96429">
                          <a14:foregroundMark x1="97321" y1="57143" x2="97321" y2="57143"/>
                          <a14:foregroundMark x1="83036" y1="62500" x2="91071" y2="62500"/>
                          <a14:foregroundMark x1="78571" y1="87500" x2="78571" y2="87500"/>
                          <a14:foregroundMark x1="80357" y1="26786" x2="80357" y2="26786"/>
                          <a14:foregroundMark x1="75893" y1="26786" x2="75893" y2="26786"/>
                          <a14:foregroundMark x1="75893" y1="23214" x2="75893" y2="12500"/>
                        </a14:backgroundRemoval>
                      </a14:imgEffect>
                    </a14:imgLayer>
                  </a14:imgProps>
                </a:ext>
              </a:extLst>
            </a:blip>
            <a:srcRect l="33990" t="1" r="-35358" b="3420"/>
            <a:stretch>
              <a:fillRect/>
            </a:stretch>
          </p:blipFill>
          <p:spPr>
            <a:xfrm rot="5400000">
              <a:off x="5708664" y="8686633"/>
              <a:ext cx="1313512" cy="70212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4" name="그림 73">
              <a:extLst>
                <a:ext uri="{FF2B5EF4-FFF2-40B4-BE49-F238E27FC236}">
                  <a16:creationId xmlns:a16="http://schemas.microsoft.com/office/drawing/2014/main" id="{510E7D01-042C-8551-613A-7CF94D772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8929" b="87500" l="40179" r="96429">
                          <a14:foregroundMark x1="97321" y1="57143" x2="97321" y2="57143"/>
                          <a14:foregroundMark x1="83036" y1="62500" x2="91071" y2="62500"/>
                          <a14:foregroundMark x1="78571" y1="87500" x2="78571" y2="87500"/>
                          <a14:foregroundMark x1="80357" y1="26786" x2="80357" y2="26786"/>
                          <a14:foregroundMark x1="75893" y1="26786" x2="75893" y2="26786"/>
                          <a14:foregroundMark x1="75893" y1="23214" x2="75893" y2="12500"/>
                        </a14:backgroundRemoval>
                      </a14:imgEffect>
                    </a14:imgLayer>
                  </a14:imgProps>
                </a:ext>
              </a:extLst>
            </a:blip>
            <a:srcRect l="33990" t="1" r="-35358" b="3420"/>
            <a:stretch>
              <a:fillRect/>
            </a:stretch>
          </p:blipFill>
          <p:spPr>
            <a:xfrm rot="5400000">
              <a:off x="5708665" y="6566692"/>
              <a:ext cx="1313512" cy="70212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5" name="그림 74">
              <a:extLst>
                <a:ext uri="{FF2B5EF4-FFF2-40B4-BE49-F238E27FC236}">
                  <a16:creationId xmlns:a16="http://schemas.microsoft.com/office/drawing/2014/main" id="{79C785FA-7A8F-A03F-9EFA-7C39ABD28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8929" b="87500" l="40179" r="96429">
                          <a14:foregroundMark x1="97321" y1="57143" x2="97321" y2="57143"/>
                          <a14:foregroundMark x1="83036" y1="62500" x2="91071" y2="62500"/>
                          <a14:foregroundMark x1="78571" y1="87500" x2="78571" y2="87500"/>
                          <a14:foregroundMark x1="80357" y1="26786" x2="80357" y2="26786"/>
                          <a14:foregroundMark x1="75893" y1="26786" x2="75893" y2="26786"/>
                          <a14:foregroundMark x1="75893" y1="23214" x2="75893" y2="12500"/>
                        </a14:backgroundRemoval>
                      </a14:imgEffect>
                    </a14:imgLayer>
                  </a14:imgProps>
                </a:ext>
              </a:extLst>
            </a:blip>
            <a:srcRect l="33990" t="1" r="-35358" b="3420"/>
            <a:stretch>
              <a:fillRect/>
            </a:stretch>
          </p:blipFill>
          <p:spPr>
            <a:xfrm rot="5400000">
              <a:off x="5708664" y="4357390"/>
              <a:ext cx="1313512" cy="702129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5CF432-5EBD-4C45-6B28-EBF0CB34182B}"/>
              </a:ext>
            </a:extLst>
          </p:cNvPr>
          <p:cNvGrpSpPr/>
          <p:nvPr/>
        </p:nvGrpSpPr>
        <p:grpSpPr>
          <a:xfrm>
            <a:off x="12192000" y="3816997"/>
            <a:ext cx="11724206" cy="8637367"/>
            <a:chOff x="12192000" y="2943039"/>
            <a:chExt cx="11724206" cy="8637367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3F081BD8-528E-D1B6-9F2C-03BCF7834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66717"/>
            <a:stretch>
              <a:fillRect/>
            </a:stretch>
          </p:blipFill>
          <p:spPr>
            <a:xfrm>
              <a:off x="12498366" y="3794912"/>
              <a:ext cx="10649370" cy="3011275"/>
            </a:xfrm>
            <a:prstGeom prst="rect">
              <a:avLst/>
            </a:prstGeom>
          </p:spPr>
        </p:pic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7E0398E-6CC4-BF87-D6AB-171515EE4C5E}"/>
                </a:ext>
              </a:extLst>
            </p:cNvPr>
            <p:cNvSpPr txBox="1"/>
            <p:nvPr/>
          </p:nvSpPr>
          <p:spPr>
            <a:xfrm>
              <a:off x="17012488" y="2943039"/>
              <a:ext cx="246395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Time-Lag </a:t>
              </a:r>
              <a:endParaRPr lang="ko-KR" altLang="en-US" sz="3200" dirty="0"/>
            </a:p>
          </p:txBody>
        </p:sp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7802728C-08CE-61AE-5E24-7A5077CA1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192000" y="9026557"/>
              <a:ext cx="5746101" cy="2553849"/>
            </a:xfrm>
            <a:prstGeom prst="rect">
              <a:avLst/>
            </a:prstGeom>
          </p:spPr>
        </p:pic>
        <p:pic>
          <p:nvPicPr>
            <p:cNvPr id="81" name="그림 80">
              <a:extLst>
                <a:ext uri="{FF2B5EF4-FFF2-40B4-BE49-F238E27FC236}">
                  <a16:creationId xmlns:a16="http://schemas.microsoft.com/office/drawing/2014/main" id="{12C16D45-124B-683F-60EC-C584A7120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8494830" y="9077098"/>
              <a:ext cx="5421376" cy="2479862"/>
            </a:xfrm>
            <a:prstGeom prst="rect">
              <a:avLst/>
            </a:prstGeom>
          </p:spPr>
        </p:pic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622BF27-016B-3D19-C6CD-763650FC07A9}"/>
                </a:ext>
              </a:extLst>
            </p:cNvPr>
            <p:cNvSpPr txBox="1"/>
            <p:nvPr/>
          </p:nvSpPr>
          <p:spPr>
            <a:xfrm>
              <a:off x="14056514" y="7746479"/>
              <a:ext cx="246395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XGBoost</a:t>
              </a:r>
              <a:endPara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790DED8-2BE8-8120-BD62-071B993E590A}"/>
                </a:ext>
              </a:extLst>
            </p:cNvPr>
            <p:cNvSpPr txBox="1"/>
            <p:nvPr/>
          </p:nvSpPr>
          <p:spPr>
            <a:xfrm>
              <a:off x="19987556" y="7731505"/>
              <a:ext cx="246395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ea"/>
                  <a:ea typeface="+mj-ea"/>
                </a:rPr>
                <a:t>LightGBM</a:t>
              </a:r>
              <a:endParaRPr lang="ko-KR" altLang="en-US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403F855F-1EA6-F00A-1C82-47150D379FED}"/>
                </a:ext>
              </a:extLst>
            </p:cNvPr>
            <p:cNvCxnSpPr/>
            <p:nvPr/>
          </p:nvCxnSpPr>
          <p:spPr>
            <a:xfrm>
              <a:off x="12877800" y="8554834"/>
              <a:ext cx="1059180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AABB7AC-4DB3-58FD-199A-1168EA5F3F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7678401" y="10210918"/>
              <a:ext cx="918974" cy="2297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82880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0E1F8-E1E7-B006-17C7-5544B6DB5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2D99BE9-8BEA-49AC-1543-B5A80F3587B0}"/>
              </a:ext>
            </a:extLst>
          </p:cNvPr>
          <p:cNvCxnSpPr>
            <a:cxnSpLocks/>
          </p:cNvCxnSpPr>
          <p:nvPr/>
        </p:nvCxnSpPr>
        <p:spPr>
          <a:xfrm flipH="1">
            <a:off x="0" y="1524000"/>
            <a:ext cx="2438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26F269C-2F47-C692-5E8C-D8B3494267E4}"/>
              </a:ext>
            </a:extLst>
          </p:cNvPr>
          <p:cNvSpPr/>
          <p:nvPr/>
        </p:nvSpPr>
        <p:spPr>
          <a:xfrm>
            <a:off x="0" y="1478266"/>
            <a:ext cx="13182600" cy="45719"/>
          </a:xfrm>
          <a:prstGeom prst="rect">
            <a:avLst/>
          </a:prstGeom>
          <a:solidFill>
            <a:schemeClr val="tx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9F155A-C695-3FFC-4FAE-E0A42A455439}"/>
              </a:ext>
            </a:extLst>
          </p:cNvPr>
          <p:cNvSpPr txBox="1"/>
          <p:nvPr/>
        </p:nvSpPr>
        <p:spPr>
          <a:xfrm>
            <a:off x="685800" y="312105"/>
            <a:ext cx="3985386" cy="1073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ct val="116199"/>
              </a:lnSpc>
            </a:pPr>
            <a:r>
              <a:rPr lang="ko-KR" altLang="en-US" sz="6000" b="1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２</a:t>
            </a:r>
            <a:r>
              <a:rPr lang="en-US" altLang="ko-KR" sz="6000" b="1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. </a:t>
            </a:r>
            <a:r>
              <a:rPr lang="ko-KR" altLang="en-US" sz="6000" b="1" spc="-2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  <a:latin typeface="Pretendard SemiBold"/>
                <a:ea typeface="Pretendard SemiBold"/>
                <a:cs typeface="Pretendard SemiBold"/>
              </a:rPr>
              <a:t>개발 목표</a:t>
            </a:r>
            <a:endParaRPr lang="en-US" altLang="ko-KR" sz="6000" b="1" spc="-2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8B6FDAD-92DD-EF7C-0D14-C84FA8FD0C99}"/>
              </a:ext>
            </a:extLst>
          </p:cNvPr>
          <p:cNvCxnSpPr>
            <a:cxnSpLocks/>
          </p:cNvCxnSpPr>
          <p:nvPr/>
        </p:nvCxnSpPr>
        <p:spPr>
          <a:xfrm>
            <a:off x="12235543" y="2084105"/>
            <a:ext cx="0" cy="108330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865B779-97B3-7CC0-F3C3-DEF18084EA32}"/>
              </a:ext>
            </a:extLst>
          </p:cNvPr>
          <p:cNvSpPr txBox="1"/>
          <p:nvPr/>
        </p:nvSpPr>
        <p:spPr>
          <a:xfrm>
            <a:off x="0" y="2361967"/>
            <a:ext cx="12355284" cy="89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ctr">
              <a:lnSpc>
                <a:spcPct val="150000"/>
              </a:lnSpc>
              <a:buClr>
                <a:srgbClr val="000000"/>
              </a:buClr>
            </a:pPr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cs typeface="Pretendard Regular"/>
              </a:rPr>
              <a:t>미세먼지 지수와 예측환자를 </a:t>
            </a:r>
            <a:r>
              <a:rPr lang="en-US" altLang="ko-K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4</a:t>
            </a:r>
            <a:r>
              <a:rPr lang="ko-KR" altLang="en-US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</a:rPr>
              <a:t>단계로 구현</a:t>
            </a:r>
            <a:endParaRPr lang="en-US" altLang="ko-KR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cs typeface="Pretendard Regular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241408-C1C5-DB20-DE30-26F2134D2F4E}"/>
              </a:ext>
            </a:extLst>
          </p:cNvPr>
          <p:cNvSpPr txBox="1"/>
          <p:nvPr/>
        </p:nvSpPr>
        <p:spPr>
          <a:xfrm>
            <a:off x="3740989" y="10933407"/>
            <a:ext cx="6804210" cy="735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just">
              <a:lnSpc>
                <a:spcPct val="150000"/>
              </a:lnSpc>
              <a:buClr>
                <a:srgbClr val="000000"/>
              </a:buClr>
            </a:pPr>
            <a:r>
              <a:rPr lang="ko-KR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예상 환자 수 증감 추이 확인</a:t>
            </a:r>
            <a:endParaRPr lang="en-US" altLang="ko-KR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  <a:cs typeface="Pretendard Regular"/>
            </a:endParaRP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650AADEB-F736-743C-CD2B-2DDA496DD4DA}"/>
              </a:ext>
            </a:extLst>
          </p:cNvPr>
          <p:cNvGrpSpPr/>
          <p:nvPr/>
        </p:nvGrpSpPr>
        <p:grpSpPr>
          <a:xfrm>
            <a:off x="1846416" y="3853389"/>
            <a:ext cx="8662451" cy="2556612"/>
            <a:chOff x="869619" y="3100341"/>
            <a:chExt cx="6411939" cy="2321573"/>
          </a:xfrm>
        </p:grpSpPr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F8E3B658-79A7-A25D-FC1B-36A09C2E7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44200"/>
            <a:stretch>
              <a:fillRect/>
            </a:stretch>
          </p:blipFill>
          <p:spPr>
            <a:xfrm>
              <a:off x="869619" y="3100341"/>
              <a:ext cx="6411939" cy="232157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7A25CA65-40C5-01E8-2431-B4C3FCB4BCDC}"/>
                </a:ext>
              </a:extLst>
            </p:cNvPr>
            <p:cNvSpPr/>
            <p:nvPr/>
          </p:nvSpPr>
          <p:spPr>
            <a:xfrm>
              <a:off x="970968" y="3169152"/>
              <a:ext cx="6169778" cy="2170858"/>
            </a:xfrm>
            <a:prstGeom prst="roundRect">
              <a:avLst>
                <a:gd name="adj" fmla="val 4035"/>
              </a:avLst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endParaRPr lang="ko-KR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</p:grp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CCB9E198-CC3D-E783-8EF6-50E107770791}"/>
              </a:ext>
            </a:extLst>
          </p:cNvPr>
          <p:cNvCxnSpPr/>
          <p:nvPr/>
        </p:nvCxnSpPr>
        <p:spPr>
          <a:xfrm>
            <a:off x="4702679" y="1104912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그래픽 27" descr="갈매기형 화살표 단색으로 채워진">
            <a:extLst>
              <a:ext uri="{FF2B5EF4-FFF2-40B4-BE49-F238E27FC236}">
                <a16:creationId xmlns:a16="http://schemas.microsoft.com/office/drawing/2014/main" id="{668148EA-9E23-F2D7-F487-FD30161EB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5750232" y="6908303"/>
            <a:ext cx="914400" cy="914400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8A4F1A35-29AB-A0C1-9D87-8F9F650D8B88}"/>
              </a:ext>
            </a:extLst>
          </p:cNvPr>
          <p:cNvGrpSpPr/>
          <p:nvPr/>
        </p:nvGrpSpPr>
        <p:grpSpPr>
          <a:xfrm>
            <a:off x="12355284" y="2496701"/>
            <a:ext cx="11892601" cy="9365946"/>
            <a:chOff x="12355284" y="2496701"/>
            <a:chExt cx="11892601" cy="9365946"/>
          </a:xfrm>
        </p:grpSpPr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7F5417EB-A747-A841-3BA7-06A695ED8D42}"/>
                </a:ext>
              </a:extLst>
            </p:cNvPr>
            <p:cNvGrpSpPr/>
            <p:nvPr/>
          </p:nvGrpSpPr>
          <p:grpSpPr>
            <a:xfrm>
              <a:off x="12355284" y="2496701"/>
              <a:ext cx="11892601" cy="9365946"/>
              <a:chOff x="489874" y="2107156"/>
              <a:chExt cx="11892601" cy="9365946"/>
            </a:xfrm>
          </p:grpSpPr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DA42F649-4720-E9BA-9133-DF82C3E17241}"/>
                  </a:ext>
                </a:extLst>
              </p:cNvPr>
              <p:cNvGrpSpPr/>
              <p:nvPr/>
            </p:nvGrpSpPr>
            <p:grpSpPr>
              <a:xfrm>
                <a:off x="1025285" y="3392138"/>
                <a:ext cx="11357190" cy="4948505"/>
                <a:chOff x="1025028" y="4419600"/>
                <a:chExt cx="11357190" cy="4948505"/>
              </a:xfrm>
            </p:grpSpPr>
            <p:pic>
              <p:nvPicPr>
                <p:cNvPr id="5" name="그림 4">
                  <a:extLst>
                    <a:ext uri="{FF2B5EF4-FFF2-40B4-BE49-F238E27FC236}">
                      <a16:creationId xmlns:a16="http://schemas.microsoft.com/office/drawing/2014/main" id="{5160B3CB-C1F6-3433-71B4-9B6037E157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9834" b="8202"/>
                <a:stretch>
                  <a:fillRect/>
                </a:stretch>
              </p:blipFill>
              <p:spPr>
                <a:xfrm>
                  <a:off x="1025028" y="4491306"/>
                  <a:ext cx="4575955" cy="4876799"/>
                </a:xfrm>
                <a:prstGeom prst="rect">
                  <a:avLst/>
                </a:prstGeom>
                <a:ln>
                  <a:noFill/>
                </a:ln>
              </p:spPr>
            </p:pic>
            <p:sp>
              <p:nvSpPr>
                <p:cNvPr id="45" name="설명선: 굽은 선(테두리 없음) 44">
                  <a:extLst>
                    <a:ext uri="{FF2B5EF4-FFF2-40B4-BE49-F238E27FC236}">
                      <a16:creationId xmlns:a16="http://schemas.microsoft.com/office/drawing/2014/main" id="{97779260-7074-8920-D370-3692BFE48B4D}"/>
                    </a:ext>
                  </a:extLst>
                </p:cNvPr>
                <p:cNvSpPr/>
                <p:nvPr/>
              </p:nvSpPr>
              <p:spPr>
                <a:xfrm>
                  <a:off x="6934201" y="4419600"/>
                  <a:ext cx="4114799" cy="1643751"/>
                </a:xfrm>
                <a:prstGeom prst="callout2">
                  <a:avLst>
                    <a:gd name="adj1" fmla="val 45689"/>
                    <a:gd name="adj2" fmla="val -7474"/>
                    <a:gd name="adj3" fmla="val 49029"/>
                    <a:gd name="adj4" fmla="val -21168"/>
                    <a:gd name="adj5" fmla="val 97308"/>
                    <a:gd name="adj6" fmla="val -68619"/>
                  </a:avLst>
                </a:prstGeom>
                <a:noFill/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endParaRPr lang="ko-KR" alt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46" name="설명선: 굽은 선(테두리 없음) 45">
                  <a:extLst>
                    <a:ext uri="{FF2B5EF4-FFF2-40B4-BE49-F238E27FC236}">
                      <a16:creationId xmlns:a16="http://schemas.microsoft.com/office/drawing/2014/main" id="{75925FBB-0694-C328-615D-DEE425B95AB6}"/>
                    </a:ext>
                  </a:extLst>
                </p:cNvPr>
                <p:cNvSpPr/>
                <p:nvPr/>
              </p:nvSpPr>
              <p:spPr>
                <a:xfrm>
                  <a:off x="6681139" y="7286561"/>
                  <a:ext cx="4419599" cy="2065732"/>
                </a:xfrm>
                <a:prstGeom prst="callout2">
                  <a:avLst>
                    <a:gd name="adj1" fmla="val -12235"/>
                    <a:gd name="adj2" fmla="val -3160"/>
                    <a:gd name="adj3" fmla="val -12235"/>
                    <a:gd name="adj4" fmla="val -12529"/>
                    <a:gd name="adj5" fmla="val -34856"/>
                    <a:gd name="adj6" fmla="val -51255"/>
                  </a:avLst>
                </a:prstGeom>
                <a:noFill/>
              </p:spPr>
              <p:style>
                <a:lnRef idx="3">
                  <a:schemeClr val="lt2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dk2">
                    <a:hueOff val="0"/>
                    <a:satOff val="0"/>
                    <a:lumOff val="0"/>
                    <a:alphaOff val="0"/>
                  </a:schemeClr>
                </a:fillRef>
                <a:effectRef idx="1">
                  <a:schemeClr val="dk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 spcFirstLastPara="0" vert="horz" wrap="square" lIns="202808" tIns="202808" rIns="202808" bIns="202808" numCol="1" spcCol="1270" anchor="ctr" anchorCtr="0">
                  <a:noAutofit/>
                </a:bodyPr>
                <a:lstStyle/>
                <a:p>
                  <a:endParaRPr lang="ko-KR" altLang="en-US" dirty="0">
                    <a:solidFill>
                      <a:schemeClr val="lt1"/>
                    </a:solidFill>
                  </a:endParaRPr>
                </a:p>
              </p:txBody>
            </p:sp>
            <p:pic>
              <p:nvPicPr>
                <p:cNvPr id="50" name="그래픽 49" descr="배지 1 단색으로 채워진">
                  <a:extLst>
                    <a:ext uri="{FF2B5EF4-FFF2-40B4-BE49-F238E27FC236}">
                      <a16:creationId xmlns:a16="http://schemas.microsoft.com/office/drawing/2014/main" id="{A81DCF1A-5CE6-FAF3-D968-DD0B125BD9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02557" y="4731128"/>
                  <a:ext cx="627201" cy="599833"/>
                </a:xfrm>
                <a:prstGeom prst="rect">
                  <a:avLst/>
                </a:prstGeom>
              </p:spPr>
            </p:pic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DAC85AE5-BA4E-9BD5-C454-4EEDDB50993B}"/>
                    </a:ext>
                  </a:extLst>
                </p:cNvPr>
                <p:cNvGrpSpPr/>
                <p:nvPr/>
              </p:nvGrpSpPr>
              <p:grpSpPr>
                <a:xfrm>
                  <a:off x="6622471" y="4812994"/>
                  <a:ext cx="5759747" cy="796187"/>
                  <a:chOff x="6622471" y="4812994"/>
                  <a:chExt cx="5759747" cy="796187"/>
                </a:xfrm>
              </p:grpSpPr>
              <p:sp>
                <p:nvSpPr>
                  <p:cNvPr id="48" name="사각형: 둥근 모서리 47">
                    <a:extLst>
                      <a:ext uri="{FF2B5EF4-FFF2-40B4-BE49-F238E27FC236}">
                        <a16:creationId xmlns:a16="http://schemas.microsoft.com/office/drawing/2014/main" id="{E177BE0E-3108-A9B5-7CE0-15C46FDED171}"/>
                      </a:ext>
                    </a:extLst>
                  </p:cNvPr>
                  <p:cNvSpPr/>
                  <p:nvPr/>
                </p:nvSpPr>
                <p:spPr>
                  <a:xfrm>
                    <a:off x="6622471" y="4812994"/>
                    <a:ext cx="4478267" cy="796187"/>
                  </a:xfrm>
                  <a:prstGeom prst="roundRect">
                    <a:avLst>
                      <a:gd name="adj" fmla="val 0"/>
                    </a:avLst>
                  </a:prstGeom>
                  <a:noFill/>
                </p:spPr>
                <p:style>
                  <a:lnRef idx="3">
                    <a:schemeClr val="lt2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hemeClr val="dk2">
                      <a:hueOff val="0"/>
                      <a:satOff val="0"/>
                      <a:lumOff val="0"/>
                      <a:alphaOff val="0"/>
                    </a:schemeClr>
                  </a:fillRef>
                  <a:effectRef idx="1">
                    <a:schemeClr val="dk2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202808" tIns="202808" rIns="202808" bIns="202808" numCol="1" spcCol="1270" anchor="ctr" anchorCtr="0">
                    <a:noAutofit/>
                  </a:bodyPr>
                  <a:lstStyle/>
                  <a:p>
                    <a:pPr marL="0" lvl="1" algn="ctr">
                      <a:buClr>
                        <a:srgbClr val="000000"/>
                      </a:buClr>
                    </a:pPr>
                    <a:endParaRPr lang="ko-KR" altLang="en-US" sz="32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7" name="그룹 56">
                    <a:extLst>
                      <a:ext uri="{FF2B5EF4-FFF2-40B4-BE49-F238E27FC236}">
                        <a16:creationId xmlns:a16="http://schemas.microsoft.com/office/drawing/2014/main" id="{E5B582C1-F813-316C-71C0-C0123A9BF8E8}"/>
                      </a:ext>
                    </a:extLst>
                  </p:cNvPr>
                  <p:cNvGrpSpPr/>
                  <p:nvPr/>
                </p:nvGrpSpPr>
                <p:grpSpPr>
                  <a:xfrm>
                    <a:off x="6819224" y="4985903"/>
                    <a:ext cx="5562994" cy="471345"/>
                    <a:chOff x="6810787" y="5349663"/>
                    <a:chExt cx="5562994" cy="471345"/>
                  </a:xfrm>
                </p:grpSpPr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EDCCDCA9-1C85-D676-D1DD-44C1AA8A2C0C}"/>
                        </a:ext>
                      </a:extLst>
                    </p:cNvPr>
                    <p:cNvSpPr txBox="1">
                      <a:spLocks noChangeAspect="1"/>
                    </p:cNvSpPr>
                    <p:nvPr/>
                  </p:nvSpPr>
                  <p:spPr>
                    <a:xfrm>
                      <a:off x="7420780" y="5375595"/>
                      <a:ext cx="4953001" cy="43088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lvl="1" algn="just">
                        <a:buClr>
                          <a:srgbClr val="000000"/>
                        </a:buClr>
                      </a:pPr>
                      <a:r>
                        <a:rPr lang="ko-KR" altLang="en-US" sz="2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구별 예측 리포트</a:t>
                      </a:r>
                      <a:endParaRPr lang="en-US" altLang="ko-KR" sz="28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p:txBody>
                </p:sp>
                <p:pic>
                  <p:nvPicPr>
                    <p:cNvPr id="53" name="그래픽 52" descr="배지 단색으로 채워진">
                      <a:extLst>
                        <a:ext uri="{FF2B5EF4-FFF2-40B4-BE49-F238E27FC236}">
                          <a16:creationId xmlns:a16="http://schemas.microsoft.com/office/drawing/2014/main" id="{4EBBC784-DFA9-E7A9-CFE4-56A18A16675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8">
                      <a:extLst>
                        <a:ext uri="{96DAC541-7B7A-43D3-8B79-37D633B846F1}">
                          <asvg:svgBlip xmlns:asvg="http://schemas.microsoft.com/office/drawing/2016/SVG/main" r:embed="rId9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810787" y="5349663"/>
                      <a:ext cx="471345" cy="471345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C562AF47-58BB-836D-9639-007FFA752F8B}"/>
                    </a:ext>
                  </a:extLst>
                </p:cNvPr>
                <p:cNvGrpSpPr/>
                <p:nvPr/>
              </p:nvGrpSpPr>
              <p:grpSpPr>
                <a:xfrm>
                  <a:off x="6581524" y="6621444"/>
                  <a:ext cx="5725285" cy="848294"/>
                  <a:chOff x="6581524" y="6621444"/>
                  <a:chExt cx="5725285" cy="848294"/>
                </a:xfrm>
              </p:grpSpPr>
              <p:sp>
                <p:nvSpPr>
                  <p:cNvPr id="49" name="사각형: 둥근 모서리 48">
                    <a:extLst>
                      <a:ext uri="{FF2B5EF4-FFF2-40B4-BE49-F238E27FC236}">
                        <a16:creationId xmlns:a16="http://schemas.microsoft.com/office/drawing/2014/main" id="{EB6AC899-F693-19FD-5125-7A6643617602}"/>
                      </a:ext>
                    </a:extLst>
                  </p:cNvPr>
                  <p:cNvSpPr/>
                  <p:nvPr/>
                </p:nvSpPr>
                <p:spPr>
                  <a:xfrm>
                    <a:off x="6581524" y="6621444"/>
                    <a:ext cx="4690803" cy="848294"/>
                  </a:xfrm>
                  <a:prstGeom prst="roundRect">
                    <a:avLst>
                      <a:gd name="adj" fmla="val 0"/>
                    </a:avLst>
                  </a:prstGeom>
                  <a:noFill/>
                </p:spPr>
                <p:style>
                  <a:lnRef idx="3">
                    <a:schemeClr val="lt2">
                      <a:hueOff val="0"/>
                      <a:satOff val="0"/>
                      <a:lumOff val="0"/>
                      <a:alphaOff val="0"/>
                    </a:schemeClr>
                  </a:lnRef>
                  <a:fillRef idx="1">
                    <a:schemeClr val="dk2">
                      <a:hueOff val="0"/>
                      <a:satOff val="0"/>
                      <a:lumOff val="0"/>
                      <a:alphaOff val="0"/>
                    </a:schemeClr>
                  </a:fillRef>
                  <a:effectRef idx="1">
                    <a:schemeClr val="dk2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202808" tIns="202808" rIns="202808" bIns="202808" numCol="1" spcCol="1270" anchor="ctr" anchorCtr="0">
                    <a:noAutofit/>
                  </a:bodyPr>
                  <a:lstStyle/>
                  <a:p>
                    <a:pPr marL="0" lvl="1" algn="ctr">
                      <a:buClr>
                        <a:srgbClr val="000000"/>
                      </a:buClr>
                    </a:pPr>
                    <a:endParaRPr lang="ko-KR" altLang="en-US" sz="3200" dirty="0">
                      <a:solidFill>
                        <a:schemeClr val="tx1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1" name="그룹 60">
                    <a:extLst>
                      <a:ext uri="{FF2B5EF4-FFF2-40B4-BE49-F238E27FC236}">
                        <a16:creationId xmlns:a16="http://schemas.microsoft.com/office/drawing/2014/main" id="{DA9D5D4C-F293-FE55-2422-5001F6B4D8B3}"/>
                      </a:ext>
                    </a:extLst>
                  </p:cNvPr>
                  <p:cNvGrpSpPr/>
                  <p:nvPr/>
                </p:nvGrpSpPr>
                <p:grpSpPr>
                  <a:xfrm>
                    <a:off x="6829316" y="6808231"/>
                    <a:ext cx="5477493" cy="451163"/>
                    <a:chOff x="6829316" y="6808231"/>
                    <a:chExt cx="5477493" cy="451163"/>
                  </a:xfrm>
                </p:grpSpPr>
                <p:pic>
                  <p:nvPicPr>
                    <p:cNvPr id="55" name="그래픽 54" descr="배지 3 단색으로 채워진">
                      <a:extLst>
                        <a:ext uri="{FF2B5EF4-FFF2-40B4-BE49-F238E27FC236}">
                          <a16:creationId xmlns:a16="http://schemas.microsoft.com/office/drawing/2014/main" id="{EF8C66CF-4F9D-CCA0-1270-893AAE87E4B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829316" y="6808231"/>
                      <a:ext cx="451163" cy="451163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23FFFBAE-AAE8-DCB1-22A2-EF114AB667BC}"/>
                        </a:ext>
                      </a:extLst>
                    </p:cNvPr>
                    <p:cNvSpPr txBox="1">
                      <a:spLocks noChangeAspect="1"/>
                    </p:cNvSpPr>
                    <p:nvPr/>
                  </p:nvSpPr>
                  <p:spPr>
                    <a:xfrm>
                      <a:off x="7353808" y="6851426"/>
                      <a:ext cx="495300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lvl="1" algn="just">
                        <a:buClr>
                          <a:srgbClr val="000000"/>
                        </a:buClr>
                      </a:pPr>
                      <a:r>
                        <a:rPr lang="ko-KR" altLang="en-US" sz="2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구별 예측 위험도 산출근거</a:t>
                      </a:r>
                      <a:endParaRPr lang="en-US" altLang="ko-KR" sz="24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p:txBody>
                </p:sp>
              </p:grpSp>
            </p:grpSp>
          </p:grp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3C036DE5-12ED-E13B-EB2E-1BF0797ABF19}"/>
                  </a:ext>
                </a:extLst>
              </p:cNvPr>
              <p:cNvSpPr txBox="1"/>
              <p:nvPr/>
            </p:nvSpPr>
            <p:spPr>
              <a:xfrm>
                <a:off x="489874" y="2107156"/>
                <a:ext cx="1128355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4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ea"/>
                  </a:rPr>
                  <a:t>자치구별 위험 지수를 단계구분도로 구현</a:t>
                </a: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92243494-3CE0-BF7F-390F-DE7DAE3BBAC6}"/>
                  </a:ext>
                </a:extLst>
              </p:cNvPr>
              <p:cNvGrpSpPr/>
              <p:nvPr/>
            </p:nvGrpSpPr>
            <p:grpSpPr>
              <a:xfrm>
                <a:off x="914194" y="9028797"/>
                <a:ext cx="10770191" cy="2444305"/>
                <a:chOff x="914194" y="9028797"/>
                <a:chExt cx="10770191" cy="2444305"/>
              </a:xfrm>
            </p:grpSpPr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F5EFC4D-8EC5-B09A-CCB4-AE87E70A7EF4}"/>
                    </a:ext>
                  </a:extLst>
                </p:cNvPr>
                <p:cNvGrpSpPr/>
                <p:nvPr/>
              </p:nvGrpSpPr>
              <p:grpSpPr>
                <a:xfrm>
                  <a:off x="914194" y="9028797"/>
                  <a:ext cx="10709151" cy="777993"/>
                  <a:chOff x="1586356" y="2441381"/>
                  <a:chExt cx="10241866" cy="777993"/>
                </a:xfrm>
              </p:grpSpPr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7C38F25-37DA-CD0B-82F4-EB7C2859BD79}"/>
                      </a:ext>
                    </a:extLst>
                  </p:cNvPr>
                  <p:cNvSpPr txBox="1"/>
                  <p:nvPr/>
                </p:nvSpPr>
                <p:spPr>
                  <a:xfrm>
                    <a:off x="2263384" y="2441381"/>
                    <a:ext cx="9564838" cy="75071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0" lvl="1" algn="just">
                      <a:lnSpc>
                        <a:spcPct val="150000"/>
                      </a:lnSpc>
                      <a:buClr>
                        <a:srgbClr val="000000"/>
                      </a:buClr>
                    </a:pPr>
                    <a:r>
                      <a:rPr lang="ko-KR" altLang="en-US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n-ea"/>
                      </a:rPr>
                      <a:t>색상으로 위험 수준을 한눈에 구분</a:t>
                    </a:r>
                    <a:endParaRPr lang="en-US" altLang="ko-KR" sz="3200" dirty="0"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+mn-ea"/>
                      <a:cs typeface="Pretendard Regular"/>
                    </a:endParaRPr>
                  </a:p>
                </p:txBody>
              </p:sp>
              <p:pic>
                <p:nvPicPr>
                  <p:cNvPr id="18" name="그래픽 17" descr="배지 1 단색으로 채워진">
                    <a:extLst>
                      <a:ext uri="{FF2B5EF4-FFF2-40B4-BE49-F238E27FC236}">
                        <a16:creationId xmlns:a16="http://schemas.microsoft.com/office/drawing/2014/main" id="{256FD933-F7B4-8309-1837-56AE55016B5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96DAC541-7B7A-43D3-8B79-37D633B846F1}">
                        <asvg:svgBlip xmlns:asvg="http://schemas.microsoft.com/office/drawing/2016/SVG/main" r:embed="rId7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586356" y="2642100"/>
                    <a:ext cx="577274" cy="57727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69" name="그룹 68">
                  <a:extLst>
                    <a:ext uri="{FF2B5EF4-FFF2-40B4-BE49-F238E27FC236}">
                      <a16:creationId xmlns:a16="http://schemas.microsoft.com/office/drawing/2014/main" id="{7130354C-27FC-8A7A-571C-26C928B961FB}"/>
                    </a:ext>
                  </a:extLst>
                </p:cNvPr>
                <p:cNvGrpSpPr/>
                <p:nvPr/>
              </p:nvGrpSpPr>
              <p:grpSpPr>
                <a:xfrm>
                  <a:off x="919895" y="9862430"/>
                  <a:ext cx="10761756" cy="813959"/>
                  <a:chOff x="942708" y="10586384"/>
                  <a:chExt cx="10761756" cy="813959"/>
                </a:xfrm>
              </p:grpSpPr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0808692-8162-A59A-99C6-F0623A3821DE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1750846" y="10586384"/>
                    <a:ext cx="9953618" cy="658385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lvl="1" algn="just">
                      <a:lnSpc>
                        <a:spcPct val="150000"/>
                      </a:lnSpc>
                      <a:buClr>
                        <a:srgbClr val="000000"/>
                      </a:buClr>
                    </a:pPr>
                    <a:r>
                      <a:rPr lang="en-US" altLang="ko-KR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D+3</a:t>
                    </a:r>
                    <a:r>
                      <a:rPr lang="ko-KR" altLang="en-US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일</a:t>
                    </a:r>
                    <a:r>
                      <a:rPr lang="en-US" altLang="ko-KR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 </a:t>
                    </a:r>
                    <a:r>
                      <a:rPr lang="ko-KR" altLang="en-US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예측 환자 수</a:t>
                    </a:r>
                    <a:r>
                      <a:rPr lang="en-US" altLang="ko-KR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 </a:t>
                    </a:r>
                    <a:r>
                      <a:rPr lang="ko-KR" altLang="en-US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및 증감률</a:t>
                    </a:r>
                    <a:r>
                      <a:rPr lang="en-US" altLang="ko-KR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, </a:t>
                    </a:r>
                    <a:r>
                      <a:rPr lang="ko-KR" altLang="en-US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위험도</a:t>
                    </a:r>
                    <a:r>
                      <a:rPr lang="en-US" altLang="ko-KR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 </a:t>
                    </a:r>
                    <a:r>
                      <a:rPr lang="ko-KR" altLang="en-US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등 확인</a:t>
                    </a:r>
                  </a:p>
                </p:txBody>
              </p:sp>
              <p:pic>
                <p:nvPicPr>
                  <p:cNvPr id="68" name="그래픽 67" descr="배지 단색으로 채워진">
                    <a:extLst>
                      <a:ext uri="{FF2B5EF4-FFF2-40B4-BE49-F238E27FC236}">
                        <a16:creationId xmlns:a16="http://schemas.microsoft.com/office/drawing/2014/main" id="{DBBCF154-DA94-FEF1-FAF2-D8C4D763C63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42708" y="10796731"/>
                    <a:ext cx="603612" cy="603612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3" name="그룹 72">
                  <a:extLst>
                    <a:ext uri="{FF2B5EF4-FFF2-40B4-BE49-F238E27FC236}">
                      <a16:creationId xmlns:a16="http://schemas.microsoft.com/office/drawing/2014/main" id="{F5C72B82-F7F6-4BE4-2E72-7C8744EA382A}"/>
                    </a:ext>
                  </a:extLst>
                </p:cNvPr>
                <p:cNvGrpSpPr/>
                <p:nvPr/>
              </p:nvGrpSpPr>
              <p:grpSpPr>
                <a:xfrm>
                  <a:off x="941154" y="10699992"/>
                  <a:ext cx="10743231" cy="773110"/>
                  <a:chOff x="941154" y="11401295"/>
                  <a:chExt cx="10743231" cy="773110"/>
                </a:xfrm>
              </p:grpSpPr>
              <p:pic>
                <p:nvPicPr>
                  <p:cNvPr id="70" name="그래픽 69" descr="배지 3 단색으로 채워진">
                    <a:extLst>
                      <a:ext uri="{FF2B5EF4-FFF2-40B4-BE49-F238E27FC236}">
                        <a16:creationId xmlns:a16="http://schemas.microsoft.com/office/drawing/2014/main" id="{1FDF12F5-9CC0-CCD3-8A0B-9FE89F3ECF4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96DAC541-7B7A-43D3-8B79-37D633B846F1}">
                        <asvg:svgBlip xmlns:asvg="http://schemas.microsoft.com/office/drawing/2016/SVG/main" r:embed="rId11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41154" y="11592052"/>
                    <a:ext cx="582353" cy="582353"/>
                  </a:xfrm>
                  <a:prstGeom prst="rect">
                    <a:avLst/>
                  </a:prstGeom>
                </p:spPr>
              </p:pic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F1D28188-135E-D045-65D4-6D6A1C1178A0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1730767" y="11401295"/>
                    <a:ext cx="9953618" cy="6435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lvl="1">
                      <a:lnSpc>
                        <a:spcPct val="150000"/>
                      </a:lnSpc>
                      <a:buClr>
                        <a:srgbClr val="000000"/>
                      </a:buClr>
                    </a:pPr>
                    <a:r>
                      <a:rPr lang="ko-KR" altLang="en-US" sz="32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n-ea"/>
                      </a:rPr>
                      <a:t>예측 근거 제시</a:t>
                    </a:r>
                  </a:p>
                </p:txBody>
              </p:sp>
            </p:grpSp>
          </p:grpSp>
        </p:grp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4DD13FC-0C20-F798-13E0-2356AED85CDE}"/>
                </a:ext>
              </a:extLst>
            </p:cNvPr>
            <p:cNvSpPr/>
            <p:nvPr/>
          </p:nvSpPr>
          <p:spPr>
            <a:xfrm>
              <a:off x="12873110" y="3837576"/>
              <a:ext cx="4575954" cy="4876800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3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1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02808" tIns="202808" rIns="202808" bIns="202808" numCol="1" spcCol="1270" anchor="ctr" anchorCtr="0">
              <a:noAutofit/>
            </a:bodyPr>
            <a:lstStyle/>
            <a:p>
              <a:pPr marL="0" lvl="1" algn="ctr">
                <a:buClr>
                  <a:srgbClr val="000000"/>
                </a:buClr>
              </a:pPr>
              <a:endParaRPr lang="ko-KR" alt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endParaRPr>
            </a:p>
          </p:txBody>
        </p:sp>
      </p:grpSp>
      <p:pic>
        <p:nvPicPr>
          <p:cNvPr id="84" name="그림 83">
            <a:extLst>
              <a:ext uri="{FF2B5EF4-FFF2-40B4-BE49-F238E27FC236}">
                <a16:creationId xmlns:a16="http://schemas.microsoft.com/office/drawing/2014/main" id="{B1E3D60B-C799-3F88-D30A-2D85D423FE6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2131" y="8119374"/>
            <a:ext cx="9727129" cy="2677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144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2248</TotalTime>
  <Words>244</Words>
  <Application>Microsoft Office PowerPoint</Application>
  <PresentationFormat>사용자 지정</PresentationFormat>
  <Paragraphs>53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Pretendard SemiBold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박효은</dc:creator>
  <cp:lastModifiedBy>PHE</cp:lastModifiedBy>
  <cp:revision>28</cp:revision>
  <dcterms:created xsi:type="dcterms:W3CDTF">2006-08-16T00:00:00Z</dcterms:created>
  <dcterms:modified xsi:type="dcterms:W3CDTF">2026-03-24T01:26:43Z</dcterms:modified>
</cp:coreProperties>
</file>